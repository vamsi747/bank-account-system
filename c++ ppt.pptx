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7" r:id="rId4"/>
    <p:sldId id="258" r:id="rId5"/>
    <p:sldId id="268" r:id="rId6"/>
    <p:sldId id="261" r:id="rId7"/>
    <p:sldId id="269" r:id="rId8"/>
    <p:sldId id="270" r:id="rId9"/>
    <p:sldId id="271" r:id="rId10"/>
    <p:sldId id="272" r:id="rId11"/>
    <p:sldId id="273" r:id="rId12"/>
    <p:sldId id="27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307A4-040B-47FC-BF5B-1E1CB5914EB4}" v="21" dt="2026-09-23T06:12:08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93" autoAdjust="0"/>
    <p:restoredTop sz="94660"/>
  </p:normalViewPr>
  <p:slideViewPr>
    <p:cSldViewPr snapToGrid="0">
      <p:cViewPr varScale="1">
        <p:scale>
          <a:sx n="90" d="100"/>
          <a:sy n="90" d="100"/>
        </p:scale>
        <p:origin x="55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uri praveen" userId="a20984acd51cdb45" providerId="LiveId" clId="{CCC7D7D8-F44A-452E-8E03-A99B84A4CDCD}"/>
    <pc:docChg chg="undo custSel addSld delSld modSld sldOrd">
      <pc:chgData name="vemuri praveen" userId="a20984acd51cdb45" providerId="LiveId" clId="{CCC7D7D8-F44A-452E-8E03-A99B84A4CDCD}" dt="2026-09-22T05:36:17.256" v="1062" actId="478"/>
      <pc:docMkLst>
        <pc:docMk/>
      </pc:docMkLst>
      <pc:sldChg chg="modSp mod">
        <pc:chgData name="vemuri praveen" userId="a20984acd51cdb45" providerId="LiveId" clId="{CCC7D7D8-F44A-452E-8E03-A99B84A4CDCD}" dt="2026-09-22T04:21:57.026" v="965" actId="20577"/>
        <pc:sldMkLst>
          <pc:docMk/>
          <pc:sldMk cId="4123644075" sldId="256"/>
        </pc:sldMkLst>
        <pc:spChg chg="mod">
          <ac:chgData name="vemuri praveen" userId="a20984acd51cdb45" providerId="LiveId" clId="{CCC7D7D8-F44A-452E-8E03-A99B84A4CDCD}" dt="2026-09-22T04:21:57.026" v="965" actId="20577"/>
          <ac:spMkLst>
            <pc:docMk/>
            <pc:sldMk cId="4123644075" sldId="256"/>
            <ac:spMk id="2" creationId="{7838F1B7-DEA6-5174-C257-BBFB1309D3EB}"/>
          </ac:spMkLst>
        </pc:spChg>
      </pc:sldChg>
      <pc:sldChg chg="addSp delSp modSp mod">
        <pc:chgData name="vemuri praveen" userId="a20984acd51cdb45" providerId="LiveId" clId="{CCC7D7D8-F44A-452E-8E03-A99B84A4CDCD}" dt="2026-09-22T05:36:17.256" v="1062" actId="478"/>
        <pc:sldMkLst>
          <pc:docMk/>
          <pc:sldMk cId="2046499400" sldId="261"/>
        </pc:sldMkLst>
        <pc:spChg chg="mod">
          <ac:chgData name="vemuri praveen" userId="a20984acd51cdb45" providerId="LiveId" clId="{CCC7D7D8-F44A-452E-8E03-A99B84A4CDCD}" dt="2026-09-22T04:38:42.525" v="990" actId="20577"/>
          <ac:spMkLst>
            <pc:docMk/>
            <pc:sldMk cId="2046499400" sldId="261"/>
            <ac:spMk id="13" creationId="{381FCACB-369A-E37F-1F67-1D8B4F213821}"/>
          </ac:spMkLst>
        </pc:spChg>
        <pc:grpChg chg="mod">
          <ac:chgData name="vemuri praveen" userId="a20984acd51cdb45" providerId="LiveId" clId="{CCC7D7D8-F44A-452E-8E03-A99B84A4CDCD}" dt="2026-09-22T05:36:14.487" v="1061" actId="1076"/>
          <ac:grpSpMkLst>
            <pc:docMk/>
            <pc:sldMk cId="2046499400" sldId="261"/>
            <ac:grpSpMk id="6" creationId="{E43FC688-8562-5F44-5FF0-159EBC869CF8}"/>
          </ac:grpSpMkLst>
        </pc:grpChg>
      </pc:sldChg>
    </pc:docChg>
  </pc:docChgLst>
  <pc:docChgLst>
    <pc:chgData name="Chodagiri Lakshmi narasimha" userId="560d5cf425351146" providerId="LiveId" clId="{6EA6D3F7-349B-4292-A2B0-01D34EBD7138}"/>
    <pc:docChg chg="undo custSel addSld delSld modSld sldOrd">
      <pc:chgData name="Chodagiri Lakshmi narasimha" userId="560d5cf425351146" providerId="LiveId" clId="{6EA6D3F7-349B-4292-A2B0-01D34EBD7138}" dt="2026-10-08T04:48:13.375" v="796" actId="1076"/>
      <pc:docMkLst>
        <pc:docMk/>
      </pc:docMkLst>
      <pc:sldChg chg="modSp mod">
        <pc:chgData name="Chodagiri Lakshmi narasimha" userId="560d5cf425351146" providerId="LiveId" clId="{6EA6D3F7-349B-4292-A2B0-01D34EBD7138}" dt="2026-09-23T14:47:16.336" v="771" actId="20577"/>
        <pc:sldMkLst>
          <pc:docMk/>
          <pc:sldMk cId="4123644075" sldId="256"/>
        </pc:sldMkLst>
        <pc:spChg chg="mod">
          <ac:chgData name="Chodagiri Lakshmi narasimha" userId="560d5cf425351146" providerId="LiveId" clId="{6EA6D3F7-349B-4292-A2B0-01D34EBD7138}" dt="2026-09-23T05:25:59.678" v="410" actId="1076"/>
          <ac:spMkLst>
            <pc:docMk/>
            <pc:sldMk cId="4123644075" sldId="256"/>
            <ac:spMk id="2" creationId="{7838F1B7-DEA6-5174-C257-BBFB1309D3EB}"/>
          </ac:spMkLst>
        </pc:spChg>
        <pc:spChg chg="mod">
          <ac:chgData name="Chodagiri Lakshmi narasimha" userId="560d5cf425351146" providerId="LiveId" clId="{6EA6D3F7-349B-4292-A2B0-01D34EBD7138}" dt="2026-09-23T14:47:16.336" v="771" actId="20577"/>
          <ac:spMkLst>
            <pc:docMk/>
            <pc:sldMk cId="4123644075" sldId="256"/>
            <ac:spMk id="3" creationId="{981E9951-11F8-50C9-000E-A5C104630D6A}"/>
          </ac:spMkLst>
        </pc:spChg>
        <pc:picChg chg="mod">
          <ac:chgData name="Chodagiri Lakshmi narasimha" userId="560d5cf425351146" providerId="LiveId" clId="{6EA6D3F7-349B-4292-A2B0-01D34EBD7138}" dt="2026-09-23T05:25:54.668" v="409" actId="1076"/>
          <ac:picMkLst>
            <pc:docMk/>
            <pc:sldMk cId="4123644075" sldId="256"/>
            <ac:picMk id="7" creationId="{28625C84-9F8A-62B7-F3CD-C537109DD68B}"/>
          </ac:picMkLst>
        </pc:picChg>
      </pc:sldChg>
      <pc:sldChg chg="addSp delSp modSp mod ord">
        <pc:chgData name="Chodagiri Lakshmi narasimha" userId="560d5cf425351146" providerId="LiveId" clId="{6EA6D3F7-349B-4292-A2B0-01D34EBD7138}" dt="2026-09-23T05:33:11.597" v="463"/>
        <pc:sldMkLst>
          <pc:docMk/>
          <pc:sldMk cId="3881426343" sldId="258"/>
        </pc:sldMkLst>
        <pc:spChg chg="mod">
          <ac:chgData name="Chodagiri Lakshmi narasimha" userId="560d5cf425351146" providerId="LiveId" clId="{6EA6D3F7-349B-4292-A2B0-01D34EBD7138}" dt="2026-09-23T05:09:32.579" v="255" actId="1076"/>
          <ac:spMkLst>
            <pc:docMk/>
            <pc:sldMk cId="3881426343" sldId="258"/>
            <ac:spMk id="2" creationId="{2B445B49-A04A-9EFD-55E5-24839B3C601D}"/>
          </ac:spMkLst>
        </pc:spChg>
        <pc:spChg chg="mod">
          <ac:chgData name="Chodagiri Lakshmi narasimha" userId="560d5cf425351146" providerId="LiveId" clId="{6EA6D3F7-349B-4292-A2B0-01D34EBD7138}" dt="2026-09-23T05:10:08.826" v="258" actId="1076"/>
          <ac:spMkLst>
            <pc:docMk/>
            <pc:sldMk cId="3881426343" sldId="258"/>
            <ac:spMk id="6" creationId="{8041A3BB-A893-CAE7-DA66-BF33880C7414}"/>
          </ac:spMkLst>
        </pc:spChg>
        <pc:spChg chg="add mod">
          <ac:chgData name="Chodagiri Lakshmi narasimha" userId="560d5cf425351146" providerId="LiveId" clId="{6EA6D3F7-349B-4292-A2B0-01D34EBD7138}" dt="2026-09-23T05:09:47.088" v="256"/>
          <ac:spMkLst>
            <pc:docMk/>
            <pc:sldMk cId="3881426343" sldId="258"/>
            <ac:spMk id="8" creationId="{2BA1F48D-AC27-43E0-8E15-41B4D1774091}"/>
          </ac:spMkLst>
        </pc:spChg>
        <pc:spChg chg="add mod">
          <ac:chgData name="Chodagiri Lakshmi narasimha" userId="560d5cf425351146" providerId="LiveId" clId="{6EA6D3F7-349B-4292-A2B0-01D34EBD7138}" dt="2026-09-23T05:10:12.722" v="259" actId="1076"/>
          <ac:spMkLst>
            <pc:docMk/>
            <pc:sldMk cId="3881426343" sldId="258"/>
            <ac:spMk id="10" creationId="{8085B2B1-CF8D-29D4-34F1-9A2FC53CDDC8}"/>
          </ac:spMkLst>
        </pc:spChg>
        <pc:spChg chg="mod">
          <ac:chgData name="Chodagiri Lakshmi narasimha" userId="560d5cf425351146" providerId="LiveId" clId="{6EA6D3F7-349B-4292-A2B0-01D34EBD7138}" dt="2026-09-23T05:06:52.013" v="105" actId="20577"/>
          <ac:spMkLst>
            <pc:docMk/>
            <pc:sldMk cId="3881426343" sldId="258"/>
            <ac:spMk id="16" creationId="{1FF1E7B3-BD19-1BD7-7855-AF2016B15A38}"/>
          </ac:spMkLst>
        </pc:spChg>
        <pc:spChg chg="add mod">
          <ac:chgData name="Chodagiri Lakshmi narasimha" userId="560d5cf425351146" providerId="LiveId" clId="{6EA6D3F7-349B-4292-A2B0-01D34EBD7138}" dt="2026-09-23T05:09:47.088" v="256"/>
          <ac:spMkLst>
            <pc:docMk/>
            <pc:sldMk cId="3881426343" sldId="258"/>
            <ac:spMk id="19" creationId="{42554D58-5BF1-914D-BD05-B3DE58976ED2}"/>
          </ac:spMkLst>
        </pc:spChg>
        <pc:spChg chg="add mod">
          <ac:chgData name="Chodagiri Lakshmi narasimha" userId="560d5cf425351146" providerId="LiveId" clId="{6EA6D3F7-349B-4292-A2B0-01D34EBD7138}" dt="2026-09-23T05:09:47.088" v="256"/>
          <ac:spMkLst>
            <pc:docMk/>
            <pc:sldMk cId="3881426343" sldId="258"/>
            <ac:spMk id="20" creationId="{F835EDF7-2CD4-C1BC-63BB-3F4D6378A68E}"/>
          </ac:spMkLst>
        </pc:spChg>
        <pc:spChg chg="add mod">
          <ac:chgData name="Chodagiri Lakshmi narasimha" userId="560d5cf425351146" providerId="LiveId" clId="{6EA6D3F7-349B-4292-A2B0-01D34EBD7138}" dt="2026-09-23T05:09:47.088" v="256"/>
          <ac:spMkLst>
            <pc:docMk/>
            <pc:sldMk cId="3881426343" sldId="258"/>
            <ac:spMk id="21" creationId="{D7A23F81-AC20-F3B8-5662-AC45486B6552}"/>
          </ac:spMkLst>
        </pc:spChg>
        <pc:spChg chg="add mod">
          <ac:chgData name="Chodagiri Lakshmi narasimha" userId="560d5cf425351146" providerId="LiveId" clId="{6EA6D3F7-349B-4292-A2B0-01D34EBD7138}" dt="2026-09-23T05:09:47.088" v="256"/>
          <ac:spMkLst>
            <pc:docMk/>
            <pc:sldMk cId="3881426343" sldId="258"/>
            <ac:spMk id="22" creationId="{34F1BA0E-FDAE-E8B7-85A2-2A02B9661C09}"/>
          </ac:spMkLst>
        </pc:spChg>
        <pc:spChg chg="add mod">
          <ac:chgData name="Chodagiri Lakshmi narasimha" userId="560d5cf425351146" providerId="LiveId" clId="{6EA6D3F7-349B-4292-A2B0-01D34EBD7138}" dt="2026-09-23T05:09:47.088" v="256"/>
          <ac:spMkLst>
            <pc:docMk/>
            <pc:sldMk cId="3881426343" sldId="258"/>
            <ac:spMk id="23" creationId="{E8982DAB-04FC-9A54-8936-BCADBEE49936}"/>
          </ac:spMkLst>
        </pc:spChg>
        <pc:spChg chg="add mod">
          <ac:chgData name="Chodagiri Lakshmi narasimha" userId="560d5cf425351146" providerId="LiveId" clId="{6EA6D3F7-349B-4292-A2B0-01D34EBD7138}" dt="2026-09-23T05:09:47.088" v="256"/>
          <ac:spMkLst>
            <pc:docMk/>
            <pc:sldMk cId="3881426343" sldId="258"/>
            <ac:spMk id="24" creationId="{557C0D72-C84F-A947-7EE4-D6BE028B98D6}"/>
          </ac:spMkLst>
        </pc:spChg>
        <pc:spChg chg="add mod">
          <ac:chgData name="Chodagiri Lakshmi narasimha" userId="560d5cf425351146" providerId="LiveId" clId="{6EA6D3F7-349B-4292-A2B0-01D34EBD7138}" dt="2026-09-23T05:09:47.088" v="256"/>
          <ac:spMkLst>
            <pc:docMk/>
            <pc:sldMk cId="3881426343" sldId="258"/>
            <ac:spMk id="25" creationId="{1DFC7099-B2B3-822D-CFCE-50AF8C4F93C1}"/>
          </ac:spMkLst>
        </pc:spChg>
        <pc:spChg chg="add mod">
          <ac:chgData name="Chodagiri Lakshmi narasimha" userId="560d5cf425351146" providerId="LiveId" clId="{6EA6D3F7-349B-4292-A2B0-01D34EBD7138}" dt="2026-09-23T05:09:47.088" v="256"/>
          <ac:spMkLst>
            <pc:docMk/>
            <pc:sldMk cId="3881426343" sldId="258"/>
            <ac:spMk id="27" creationId="{E8BC5785-2D5B-8FFD-D3CA-5D7052C76144}"/>
          </ac:spMkLst>
        </pc:spChg>
        <pc:grpChg chg="mod">
          <ac:chgData name="Chodagiri Lakshmi narasimha" userId="560d5cf425351146" providerId="LiveId" clId="{6EA6D3F7-349B-4292-A2B0-01D34EBD7138}" dt="2026-09-23T05:08:42.122" v="241" actId="1076"/>
          <ac:grpSpMkLst>
            <pc:docMk/>
            <pc:sldMk cId="3881426343" sldId="258"/>
            <ac:grpSpMk id="12" creationId="{AC634133-A5EB-F3AB-6CF8-769CE17DC0D3}"/>
          </ac:grpSpMkLst>
        </pc:grpChg>
      </pc:sldChg>
      <pc:sldChg chg="addSp delSp modSp mod ord">
        <pc:chgData name="Chodagiri Lakshmi narasimha" userId="560d5cf425351146" providerId="LiveId" clId="{6EA6D3F7-349B-4292-A2B0-01D34EBD7138}" dt="2026-09-23T05:51:10.343" v="643"/>
        <pc:sldMkLst>
          <pc:docMk/>
          <pc:sldMk cId="2046499400" sldId="261"/>
        </pc:sldMkLst>
        <pc:spChg chg="add mod">
          <ac:chgData name="Chodagiri Lakshmi narasimha" userId="560d5cf425351146" providerId="LiveId" clId="{6EA6D3F7-349B-4292-A2B0-01D34EBD7138}" dt="2026-09-23T05:02:50.291" v="40"/>
          <ac:spMkLst>
            <pc:docMk/>
            <pc:sldMk cId="2046499400" sldId="261"/>
            <ac:spMk id="3" creationId="{F2D486F1-3841-FDA1-B14A-16B2EEF5BC1D}"/>
          </ac:spMkLst>
        </pc:spChg>
        <pc:spChg chg="add mod">
          <ac:chgData name="Chodagiri Lakshmi narasimha" userId="560d5cf425351146" providerId="LiveId" clId="{6EA6D3F7-349B-4292-A2B0-01D34EBD7138}" dt="2026-09-23T05:02:50.291" v="40"/>
          <ac:spMkLst>
            <pc:docMk/>
            <pc:sldMk cId="2046499400" sldId="261"/>
            <ac:spMk id="12" creationId="{CFA3C738-398D-5D6D-50AE-952FDB19D624}"/>
          </ac:spMkLst>
        </pc:spChg>
        <pc:spChg chg="mod">
          <ac:chgData name="Chodagiri Lakshmi narasimha" userId="560d5cf425351146" providerId="LiveId" clId="{6EA6D3F7-349B-4292-A2B0-01D34EBD7138}" dt="2026-09-23T05:02:28.048" v="39" actId="1076"/>
          <ac:spMkLst>
            <pc:docMk/>
            <pc:sldMk cId="2046499400" sldId="261"/>
            <ac:spMk id="13" creationId="{381FCACB-369A-E37F-1F67-1D8B4F213821}"/>
          </ac:spMkLst>
        </pc:spChg>
        <pc:spChg chg="add mod">
          <ac:chgData name="Chodagiri Lakshmi narasimha" userId="560d5cf425351146" providerId="LiveId" clId="{6EA6D3F7-349B-4292-A2B0-01D34EBD7138}" dt="2026-09-23T05:02:50.291" v="40"/>
          <ac:spMkLst>
            <pc:docMk/>
            <pc:sldMk cId="2046499400" sldId="261"/>
            <ac:spMk id="17" creationId="{0FBF4179-9CAE-D39B-8104-A6A43ACC767E}"/>
          </ac:spMkLst>
        </pc:spChg>
        <pc:spChg chg="add mod">
          <ac:chgData name="Chodagiri Lakshmi narasimha" userId="560d5cf425351146" providerId="LiveId" clId="{6EA6D3F7-349B-4292-A2B0-01D34EBD7138}" dt="2026-09-23T05:02:50.291" v="40"/>
          <ac:spMkLst>
            <pc:docMk/>
            <pc:sldMk cId="2046499400" sldId="261"/>
            <ac:spMk id="19" creationId="{9F80ED2C-4088-9A38-9A4A-D202915EEDAF}"/>
          </ac:spMkLst>
        </pc:spChg>
        <pc:spChg chg="add mod">
          <ac:chgData name="Chodagiri Lakshmi narasimha" userId="560d5cf425351146" providerId="LiveId" clId="{6EA6D3F7-349B-4292-A2B0-01D34EBD7138}" dt="2026-09-23T05:02:50.291" v="40"/>
          <ac:spMkLst>
            <pc:docMk/>
            <pc:sldMk cId="2046499400" sldId="261"/>
            <ac:spMk id="20" creationId="{D4433584-74E4-96F1-FED0-3352F45B5E05}"/>
          </ac:spMkLst>
        </pc:spChg>
        <pc:spChg chg="mod">
          <ac:chgData name="Chodagiri Lakshmi narasimha" userId="560d5cf425351146" providerId="LiveId" clId="{6EA6D3F7-349B-4292-A2B0-01D34EBD7138}" dt="2026-09-23T05:03:24.766" v="42" actId="1076"/>
          <ac:spMkLst>
            <pc:docMk/>
            <pc:sldMk cId="2046499400" sldId="261"/>
            <ac:spMk id="22" creationId="{BC39E899-63E4-19EA-A38E-5EE30ABC6C57}"/>
          </ac:spMkLst>
        </pc:spChg>
        <pc:spChg chg="add mod">
          <ac:chgData name="Chodagiri Lakshmi narasimha" userId="560d5cf425351146" providerId="LiveId" clId="{6EA6D3F7-349B-4292-A2B0-01D34EBD7138}" dt="2026-09-23T05:02:50.291" v="40"/>
          <ac:spMkLst>
            <pc:docMk/>
            <pc:sldMk cId="2046499400" sldId="261"/>
            <ac:spMk id="34" creationId="{8CF9B674-5F33-938C-6C58-35497C120F10}"/>
          </ac:spMkLst>
        </pc:spChg>
        <pc:spChg chg="add mod">
          <ac:chgData name="Chodagiri Lakshmi narasimha" userId="560d5cf425351146" providerId="LiveId" clId="{6EA6D3F7-349B-4292-A2B0-01D34EBD7138}" dt="2026-09-23T05:02:50.291" v="40"/>
          <ac:spMkLst>
            <pc:docMk/>
            <pc:sldMk cId="2046499400" sldId="261"/>
            <ac:spMk id="35" creationId="{FA9EF21B-B019-B46D-CDA6-702A593DDFC5}"/>
          </ac:spMkLst>
        </pc:spChg>
        <pc:spChg chg="add mod">
          <ac:chgData name="Chodagiri Lakshmi narasimha" userId="560d5cf425351146" providerId="LiveId" clId="{6EA6D3F7-349B-4292-A2B0-01D34EBD7138}" dt="2026-09-23T05:02:50.291" v="40"/>
          <ac:spMkLst>
            <pc:docMk/>
            <pc:sldMk cId="2046499400" sldId="261"/>
            <ac:spMk id="41" creationId="{216FF21C-6E82-EBF7-5511-07ECC98C288D}"/>
          </ac:spMkLst>
        </pc:spChg>
        <pc:spChg chg="add mod">
          <ac:chgData name="Chodagiri Lakshmi narasimha" userId="560d5cf425351146" providerId="LiveId" clId="{6EA6D3F7-349B-4292-A2B0-01D34EBD7138}" dt="2026-09-23T05:02:50.291" v="40"/>
          <ac:spMkLst>
            <pc:docMk/>
            <pc:sldMk cId="2046499400" sldId="261"/>
            <ac:spMk id="52" creationId="{0D02F776-85F8-9D78-216F-3AC540FFDF1A}"/>
          </ac:spMkLst>
        </pc:spChg>
        <pc:spChg chg="add mod">
          <ac:chgData name="Chodagiri Lakshmi narasimha" userId="560d5cf425351146" providerId="LiveId" clId="{6EA6D3F7-349B-4292-A2B0-01D34EBD7138}" dt="2026-09-23T05:04:36.635" v="55" actId="1076"/>
          <ac:spMkLst>
            <pc:docMk/>
            <pc:sldMk cId="2046499400" sldId="261"/>
            <ac:spMk id="53" creationId="{785F83E5-52A0-9329-24DA-ECAF3AFD83A5}"/>
          </ac:spMkLst>
        </pc:spChg>
        <pc:spChg chg="add mod">
          <ac:chgData name="Chodagiri Lakshmi narasimha" userId="560d5cf425351146" providerId="LiveId" clId="{6EA6D3F7-349B-4292-A2B0-01D34EBD7138}" dt="2026-09-23T05:06:17.583" v="71" actId="1076"/>
          <ac:spMkLst>
            <pc:docMk/>
            <pc:sldMk cId="2046499400" sldId="261"/>
            <ac:spMk id="60" creationId="{EEC26B05-B910-5CD6-B710-4A3AF909AEC8}"/>
          </ac:spMkLst>
        </pc:spChg>
        <pc:grpChg chg="mod">
          <ac:chgData name="Chodagiri Lakshmi narasimha" userId="560d5cf425351146" providerId="LiveId" clId="{6EA6D3F7-349B-4292-A2B0-01D34EBD7138}" dt="2026-09-23T05:01:53.925" v="35" actId="1076"/>
          <ac:grpSpMkLst>
            <pc:docMk/>
            <pc:sldMk cId="2046499400" sldId="261"/>
            <ac:grpSpMk id="6" creationId="{E43FC688-8562-5F44-5FF0-159EBC869CF8}"/>
          </ac:grpSpMkLst>
        </pc:grpChg>
      </pc:sldChg>
      <pc:sldChg chg="modSp mod">
        <pc:chgData name="Chodagiri Lakshmi narasimha" userId="560d5cf425351146" providerId="LiveId" clId="{6EA6D3F7-349B-4292-A2B0-01D34EBD7138}" dt="2026-09-25T15:47:15.488" v="791" actId="255"/>
        <pc:sldMkLst>
          <pc:docMk/>
          <pc:sldMk cId="3148869462" sldId="265"/>
        </pc:sldMkLst>
        <pc:spChg chg="mod">
          <ac:chgData name="Chodagiri Lakshmi narasimha" userId="560d5cf425351146" providerId="LiveId" clId="{6EA6D3F7-349B-4292-A2B0-01D34EBD7138}" dt="2026-09-25T15:47:15.488" v="791" actId="255"/>
          <ac:spMkLst>
            <pc:docMk/>
            <pc:sldMk cId="3148869462" sldId="265"/>
            <ac:spMk id="2" creationId="{922C2E6C-ED52-7AF9-430E-DADA6BBA16AB}"/>
          </ac:spMkLst>
        </pc:spChg>
      </pc:sldChg>
      <pc:sldChg chg="modSp add mod">
        <pc:chgData name="Chodagiri Lakshmi narasimha" userId="560d5cf425351146" providerId="LiveId" clId="{6EA6D3F7-349B-4292-A2B0-01D34EBD7138}" dt="2026-10-08T04:48:13.375" v="796" actId="1076"/>
        <pc:sldMkLst>
          <pc:docMk/>
          <pc:sldMk cId="0" sldId="266"/>
        </pc:sldMkLst>
        <pc:spChg chg="mod">
          <ac:chgData name="Chodagiri Lakshmi narasimha" userId="560d5cf425351146" providerId="LiveId" clId="{6EA6D3F7-349B-4292-A2B0-01D34EBD7138}" dt="2026-10-08T04:48:13.375" v="796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Chodagiri Lakshmi narasimha" userId="560d5cf425351146" providerId="LiveId" clId="{6EA6D3F7-349B-4292-A2B0-01D34EBD7138}" dt="2026-10-08T04:48:09.242" v="795" actId="120"/>
          <ac:spMkLst>
            <pc:docMk/>
            <pc:sldMk cId="0" sldId="266"/>
            <ac:spMk id="9" creationId="{00000000-0000-0000-0000-000000000000}"/>
          </ac:spMkLst>
        </pc:spChg>
        <pc:spChg chg="mod">
          <ac:chgData name="Chodagiri Lakshmi narasimha" userId="560d5cf425351146" providerId="LiveId" clId="{6EA6D3F7-349B-4292-A2B0-01D34EBD7138}" dt="2026-10-08T04:48:09.242" v="795" actId="120"/>
          <ac:spMkLst>
            <pc:docMk/>
            <pc:sldMk cId="0" sldId="266"/>
            <ac:spMk id="10" creationId="{00000000-0000-0000-0000-000000000000}"/>
          </ac:spMkLst>
        </pc:spChg>
      </pc:sldChg>
      <pc:sldChg chg="addSp modSp new mod">
        <pc:chgData name="Chodagiri Lakshmi narasimha" userId="560d5cf425351146" providerId="LiveId" clId="{6EA6D3F7-349B-4292-A2B0-01D34EBD7138}" dt="2026-09-23T05:38:33.808" v="498" actId="12"/>
        <pc:sldMkLst>
          <pc:docMk/>
          <pc:sldMk cId="3404570541" sldId="267"/>
        </pc:sldMkLst>
        <pc:spChg chg="mod">
          <ac:chgData name="Chodagiri Lakshmi narasimha" userId="560d5cf425351146" providerId="LiveId" clId="{6EA6D3F7-349B-4292-A2B0-01D34EBD7138}" dt="2026-09-23T05:33:28.217" v="464"/>
          <ac:spMkLst>
            <pc:docMk/>
            <pc:sldMk cId="3404570541" sldId="267"/>
            <ac:spMk id="6" creationId="{BFF7DFE4-727E-E981-3F8B-45264F4FF54A}"/>
          </ac:spMkLst>
        </pc:spChg>
        <pc:spChg chg="add mod">
          <ac:chgData name="Chodagiri Lakshmi narasimha" userId="560d5cf425351146" providerId="LiveId" clId="{6EA6D3F7-349B-4292-A2B0-01D34EBD7138}" dt="2026-09-23T05:34:13.397" v="472" actId="207"/>
          <ac:spMkLst>
            <pc:docMk/>
            <pc:sldMk cId="3404570541" sldId="267"/>
            <ac:spMk id="8" creationId="{B49DFD08-306B-DA9F-B3F1-75A846BB8DB8}"/>
          </ac:spMkLst>
        </pc:spChg>
        <pc:spChg chg="add mod">
          <ac:chgData name="Chodagiri Lakshmi narasimha" userId="560d5cf425351146" providerId="LiveId" clId="{6EA6D3F7-349B-4292-A2B0-01D34EBD7138}" dt="2026-09-23T05:38:33.808" v="498" actId="12"/>
          <ac:spMkLst>
            <pc:docMk/>
            <pc:sldMk cId="3404570541" sldId="267"/>
            <ac:spMk id="10" creationId="{41D88BA7-E9BD-528C-8C47-7A1F07847B9F}"/>
          </ac:spMkLst>
        </pc:spChg>
        <pc:grpChg chg="add mod">
          <ac:chgData name="Chodagiri Lakshmi narasimha" userId="560d5cf425351146" providerId="LiveId" clId="{6EA6D3F7-349B-4292-A2B0-01D34EBD7138}" dt="2026-09-23T05:33:30.719" v="465" actId="1076"/>
          <ac:grpSpMkLst>
            <pc:docMk/>
            <pc:sldMk cId="3404570541" sldId="267"/>
            <ac:grpSpMk id="2" creationId="{16064A02-8367-EE82-7137-DDE89CE442FF}"/>
          </ac:grpSpMkLst>
        </pc:grpChg>
        <pc:picChg chg="mod">
          <ac:chgData name="Chodagiri Lakshmi narasimha" userId="560d5cf425351146" providerId="LiveId" clId="{6EA6D3F7-349B-4292-A2B0-01D34EBD7138}" dt="2026-09-23T05:33:28.217" v="464"/>
          <ac:picMkLst>
            <pc:docMk/>
            <pc:sldMk cId="3404570541" sldId="267"/>
            <ac:picMk id="3" creationId="{7CFE83A7-0386-7BED-66BF-EBC6B5E6C385}"/>
          </ac:picMkLst>
        </pc:picChg>
        <pc:picChg chg="mod">
          <ac:chgData name="Chodagiri Lakshmi narasimha" userId="560d5cf425351146" providerId="LiveId" clId="{6EA6D3F7-349B-4292-A2B0-01D34EBD7138}" dt="2026-09-23T05:33:28.217" v="464"/>
          <ac:picMkLst>
            <pc:docMk/>
            <pc:sldMk cId="3404570541" sldId="267"/>
            <ac:picMk id="4" creationId="{5E820CE9-DC66-BA50-1F83-D500107E77AB}"/>
          </ac:picMkLst>
        </pc:picChg>
        <pc:picChg chg="mod">
          <ac:chgData name="Chodagiri Lakshmi narasimha" userId="560d5cf425351146" providerId="LiveId" clId="{6EA6D3F7-349B-4292-A2B0-01D34EBD7138}" dt="2026-09-23T05:33:28.217" v="464"/>
          <ac:picMkLst>
            <pc:docMk/>
            <pc:sldMk cId="3404570541" sldId="267"/>
            <ac:picMk id="5" creationId="{E25AF6D4-F4F8-D1E5-E953-5C486ACC3B25}"/>
          </ac:picMkLst>
        </pc:picChg>
      </pc:sldChg>
      <pc:sldChg chg="addSp delSp modSp new mod">
        <pc:chgData name="Chodagiri Lakshmi narasimha" userId="560d5cf425351146" providerId="LiveId" clId="{6EA6D3F7-349B-4292-A2B0-01D34EBD7138}" dt="2026-09-25T15:45:04.509" v="777" actId="1036"/>
        <pc:sldMkLst>
          <pc:docMk/>
          <pc:sldMk cId="1767517681" sldId="268"/>
        </pc:sldMkLst>
        <pc:spChg chg="mod">
          <ac:chgData name="Chodagiri Lakshmi narasimha" userId="560d5cf425351146" providerId="LiveId" clId="{6EA6D3F7-349B-4292-A2B0-01D34EBD7138}" dt="2026-09-23T05:44:59.063" v="621" actId="14100"/>
          <ac:spMkLst>
            <pc:docMk/>
            <pc:sldMk cId="1767517681" sldId="268"/>
            <ac:spMk id="6" creationId="{5E057522-992F-F657-AA0E-80E756AB63E0}"/>
          </ac:spMkLst>
        </pc:spChg>
        <pc:spChg chg="add mod">
          <ac:chgData name="Chodagiri Lakshmi narasimha" userId="560d5cf425351146" providerId="LiveId" clId="{6EA6D3F7-349B-4292-A2B0-01D34EBD7138}" dt="2026-09-25T15:45:04.509" v="777" actId="1036"/>
          <ac:spMkLst>
            <pc:docMk/>
            <pc:sldMk cId="1767517681" sldId="268"/>
            <ac:spMk id="8" creationId="{4128FF57-5538-871F-467C-84AFF3D65E1A}"/>
          </ac:spMkLst>
        </pc:spChg>
        <pc:grpChg chg="add mod">
          <ac:chgData name="Chodagiri Lakshmi narasimha" userId="560d5cf425351146" providerId="LiveId" clId="{6EA6D3F7-349B-4292-A2B0-01D34EBD7138}" dt="2026-09-23T05:43:59.820" v="571" actId="1076"/>
          <ac:grpSpMkLst>
            <pc:docMk/>
            <pc:sldMk cId="1767517681" sldId="268"/>
            <ac:grpSpMk id="2" creationId="{A924E801-5FCD-1447-F73A-593087B57B22}"/>
          </ac:grpSpMkLst>
        </pc:grpChg>
        <pc:picChg chg="mod">
          <ac:chgData name="Chodagiri Lakshmi narasimha" userId="560d5cf425351146" providerId="LiveId" clId="{6EA6D3F7-349B-4292-A2B0-01D34EBD7138}" dt="2026-09-23T05:43:38.464" v="568"/>
          <ac:picMkLst>
            <pc:docMk/>
            <pc:sldMk cId="1767517681" sldId="268"/>
            <ac:picMk id="3" creationId="{333E6A37-8305-EB50-446A-C811D50E1209}"/>
          </ac:picMkLst>
        </pc:picChg>
        <pc:picChg chg="mod">
          <ac:chgData name="Chodagiri Lakshmi narasimha" userId="560d5cf425351146" providerId="LiveId" clId="{6EA6D3F7-349B-4292-A2B0-01D34EBD7138}" dt="2026-09-23T05:43:54.202" v="570" actId="1076"/>
          <ac:picMkLst>
            <pc:docMk/>
            <pc:sldMk cId="1767517681" sldId="268"/>
            <ac:picMk id="4" creationId="{6BD48272-AAD7-BD7D-2980-1677E051BCB1}"/>
          </ac:picMkLst>
        </pc:picChg>
        <pc:picChg chg="mod">
          <ac:chgData name="Chodagiri Lakshmi narasimha" userId="560d5cf425351146" providerId="LiveId" clId="{6EA6D3F7-349B-4292-A2B0-01D34EBD7138}" dt="2026-09-23T05:43:38.464" v="568"/>
          <ac:picMkLst>
            <pc:docMk/>
            <pc:sldMk cId="1767517681" sldId="268"/>
            <ac:picMk id="5" creationId="{4AE19453-C321-C545-D836-45500EB808E0}"/>
          </ac:picMkLst>
        </pc:picChg>
      </pc:sldChg>
      <pc:sldChg chg="addSp modSp new mod">
        <pc:chgData name="Chodagiri Lakshmi narasimha" userId="560d5cf425351146" providerId="LiveId" clId="{6EA6D3F7-349B-4292-A2B0-01D34EBD7138}" dt="2026-09-23T05:55:54.437" v="649"/>
        <pc:sldMkLst>
          <pc:docMk/>
          <pc:sldMk cId="1214188050" sldId="269"/>
        </pc:sldMkLst>
        <pc:spChg chg="mod">
          <ac:chgData name="Chodagiri Lakshmi narasimha" userId="560d5cf425351146" providerId="LiveId" clId="{6EA6D3F7-349B-4292-A2B0-01D34EBD7138}" dt="2026-09-23T05:55:12.079" v="644"/>
          <ac:spMkLst>
            <pc:docMk/>
            <pc:sldMk cId="1214188050" sldId="269"/>
            <ac:spMk id="6" creationId="{8C1E59FA-1A75-FCFA-51EB-1EACDB625CA1}"/>
          </ac:spMkLst>
        </pc:spChg>
        <pc:spChg chg="add mod">
          <ac:chgData name="Chodagiri Lakshmi narasimha" userId="560d5cf425351146" providerId="LiveId" clId="{6EA6D3F7-349B-4292-A2B0-01D34EBD7138}" dt="2026-09-23T05:55:32.220" v="648" actId="207"/>
          <ac:spMkLst>
            <pc:docMk/>
            <pc:sldMk cId="1214188050" sldId="269"/>
            <ac:spMk id="8" creationId="{6AD58840-ED07-0C4E-79F7-99436C2AD31D}"/>
          </ac:spMkLst>
        </pc:spChg>
        <pc:grpChg chg="add mod">
          <ac:chgData name="Chodagiri Lakshmi narasimha" userId="560d5cf425351146" providerId="LiveId" clId="{6EA6D3F7-349B-4292-A2B0-01D34EBD7138}" dt="2026-09-23T05:55:12.079" v="644"/>
          <ac:grpSpMkLst>
            <pc:docMk/>
            <pc:sldMk cId="1214188050" sldId="269"/>
            <ac:grpSpMk id="2" creationId="{5A1CA7FB-F449-8C6A-9FA8-46C533DA2EC3}"/>
          </ac:grpSpMkLst>
        </pc:grpChg>
        <pc:picChg chg="mod">
          <ac:chgData name="Chodagiri Lakshmi narasimha" userId="560d5cf425351146" providerId="LiveId" clId="{6EA6D3F7-349B-4292-A2B0-01D34EBD7138}" dt="2026-09-23T05:55:12.079" v="644"/>
          <ac:picMkLst>
            <pc:docMk/>
            <pc:sldMk cId="1214188050" sldId="269"/>
            <ac:picMk id="3" creationId="{62CE4CC8-56E8-ACC0-A8BB-A34C0E834A7B}"/>
          </ac:picMkLst>
        </pc:picChg>
        <pc:picChg chg="mod">
          <ac:chgData name="Chodagiri Lakshmi narasimha" userId="560d5cf425351146" providerId="LiveId" clId="{6EA6D3F7-349B-4292-A2B0-01D34EBD7138}" dt="2026-09-23T05:55:12.079" v="644"/>
          <ac:picMkLst>
            <pc:docMk/>
            <pc:sldMk cId="1214188050" sldId="269"/>
            <ac:picMk id="4" creationId="{793980DB-A7CA-4B8A-159B-1E004256384F}"/>
          </ac:picMkLst>
        </pc:picChg>
        <pc:picChg chg="mod">
          <ac:chgData name="Chodagiri Lakshmi narasimha" userId="560d5cf425351146" providerId="LiveId" clId="{6EA6D3F7-349B-4292-A2B0-01D34EBD7138}" dt="2026-09-23T05:55:12.079" v="644"/>
          <ac:picMkLst>
            <pc:docMk/>
            <pc:sldMk cId="1214188050" sldId="269"/>
            <ac:picMk id="5" creationId="{D4BD8DD9-F9F6-474B-97F3-6A53D5D79712}"/>
          </ac:picMkLst>
        </pc:picChg>
        <pc:picChg chg="add mod">
          <ac:chgData name="Chodagiri Lakshmi narasimha" userId="560d5cf425351146" providerId="LiveId" clId="{6EA6D3F7-349B-4292-A2B0-01D34EBD7138}" dt="2026-09-23T05:55:54.437" v="649"/>
          <ac:picMkLst>
            <pc:docMk/>
            <pc:sldMk cId="1214188050" sldId="269"/>
            <ac:picMk id="9" creationId="{7E2BCF2E-3DFF-20BE-C113-B8A3686047EF}"/>
          </ac:picMkLst>
        </pc:picChg>
      </pc:sldChg>
      <pc:sldChg chg="addSp modSp new mod ord">
        <pc:chgData name="Chodagiri Lakshmi narasimha" userId="560d5cf425351146" providerId="LiveId" clId="{6EA6D3F7-349B-4292-A2B0-01D34EBD7138}" dt="2026-09-23T05:57:33.597" v="660"/>
        <pc:sldMkLst>
          <pc:docMk/>
          <pc:sldMk cId="1728576340" sldId="270"/>
        </pc:sldMkLst>
        <pc:spChg chg="add mod">
          <ac:chgData name="Chodagiri Lakshmi narasimha" userId="560d5cf425351146" providerId="LiveId" clId="{6EA6D3F7-349B-4292-A2B0-01D34EBD7138}" dt="2026-09-23T05:57:08.981" v="659" actId="207"/>
          <ac:spMkLst>
            <pc:docMk/>
            <pc:sldMk cId="1728576340" sldId="270"/>
            <ac:spMk id="5" creationId="{8AB69C60-BCF1-AD33-1300-E1CEAC71826E}"/>
          </ac:spMkLst>
        </pc:spChg>
        <pc:spChg chg="add mod">
          <ac:chgData name="Chodagiri Lakshmi narasimha" userId="560d5cf425351146" providerId="LiveId" clId="{6EA6D3F7-349B-4292-A2B0-01D34EBD7138}" dt="2026-09-23T05:57:33.597" v="660"/>
          <ac:spMkLst>
            <pc:docMk/>
            <pc:sldMk cId="1728576340" sldId="270"/>
            <ac:spMk id="10" creationId="{994AC5AE-1FE9-9F61-0F6B-8E0AEAEA29FA}"/>
          </ac:spMkLst>
        </pc:spChg>
        <pc:spChg chg="add mod">
          <ac:chgData name="Chodagiri Lakshmi narasimha" userId="560d5cf425351146" providerId="LiveId" clId="{6EA6D3F7-349B-4292-A2B0-01D34EBD7138}" dt="2026-09-23T05:57:33.597" v="660"/>
          <ac:spMkLst>
            <pc:docMk/>
            <pc:sldMk cId="1728576340" sldId="270"/>
            <ac:spMk id="15" creationId="{4ED95478-9D5C-A6BA-7236-A92EA8AD5010}"/>
          </ac:spMkLst>
        </pc:spChg>
        <pc:spChg chg="add mod">
          <ac:chgData name="Chodagiri Lakshmi narasimha" userId="560d5cf425351146" providerId="LiveId" clId="{6EA6D3F7-349B-4292-A2B0-01D34EBD7138}" dt="2026-09-23T05:57:33.597" v="660"/>
          <ac:spMkLst>
            <pc:docMk/>
            <pc:sldMk cId="1728576340" sldId="270"/>
            <ac:spMk id="22" creationId="{BEC09580-7516-2E73-E720-EE3A7F10C813}"/>
          </ac:spMkLst>
        </pc:spChg>
        <pc:spChg chg="add mod">
          <ac:chgData name="Chodagiri Lakshmi narasimha" userId="560d5cf425351146" providerId="LiveId" clId="{6EA6D3F7-349B-4292-A2B0-01D34EBD7138}" dt="2026-09-23T05:57:33.597" v="660"/>
          <ac:spMkLst>
            <pc:docMk/>
            <pc:sldMk cId="1728576340" sldId="270"/>
            <ac:spMk id="23" creationId="{E770DA40-F46A-5960-616E-C3B14D63CA24}"/>
          </ac:spMkLst>
        </pc:spChg>
        <pc:spChg chg="add mod">
          <ac:chgData name="Chodagiri Lakshmi narasimha" userId="560d5cf425351146" providerId="LiveId" clId="{6EA6D3F7-349B-4292-A2B0-01D34EBD7138}" dt="2026-09-23T05:57:33.597" v="660"/>
          <ac:spMkLst>
            <pc:docMk/>
            <pc:sldMk cId="1728576340" sldId="270"/>
            <ac:spMk id="24" creationId="{12A225A9-C6C4-7EF3-B321-3AB80852F68F}"/>
          </ac:spMkLst>
        </pc:spChg>
        <pc:spChg chg="add mod">
          <ac:chgData name="Chodagiri Lakshmi narasimha" userId="560d5cf425351146" providerId="LiveId" clId="{6EA6D3F7-349B-4292-A2B0-01D34EBD7138}" dt="2026-09-23T05:57:33.597" v="660"/>
          <ac:spMkLst>
            <pc:docMk/>
            <pc:sldMk cId="1728576340" sldId="270"/>
            <ac:spMk id="33" creationId="{F16DF1EE-651B-2658-792B-6C6258F829C6}"/>
          </ac:spMkLst>
        </pc:spChg>
        <pc:spChg chg="add mod">
          <ac:chgData name="Chodagiri Lakshmi narasimha" userId="560d5cf425351146" providerId="LiveId" clId="{6EA6D3F7-349B-4292-A2B0-01D34EBD7138}" dt="2026-09-23T05:57:33.597" v="660"/>
          <ac:spMkLst>
            <pc:docMk/>
            <pc:sldMk cId="1728576340" sldId="270"/>
            <ac:spMk id="36" creationId="{DFECF1BD-C74C-EFD1-F982-5752610765ED}"/>
          </ac:spMkLst>
        </pc:spChg>
        <pc:spChg chg="add mod">
          <ac:chgData name="Chodagiri Lakshmi narasimha" userId="560d5cf425351146" providerId="LiveId" clId="{6EA6D3F7-349B-4292-A2B0-01D34EBD7138}" dt="2026-09-23T05:57:33.597" v="660"/>
          <ac:spMkLst>
            <pc:docMk/>
            <pc:sldMk cId="1728576340" sldId="270"/>
            <ac:spMk id="40" creationId="{1ED5B7FC-0815-9B4E-EE8B-8837CDB8BCDD}"/>
          </ac:spMkLst>
        </pc:spChg>
        <pc:spChg chg="add mod">
          <ac:chgData name="Chodagiri Lakshmi narasimha" userId="560d5cf425351146" providerId="LiveId" clId="{6EA6D3F7-349B-4292-A2B0-01D34EBD7138}" dt="2026-09-23T05:57:33.597" v="660"/>
          <ac:spMkLst>
            <pc:docMk/>
            <pc:sldMk cId="1728576340" sldId="270"/>
            <ac:spMk id="43" creationId="{21C7B096-A1D4-BC65-25BF-60C7D5829A9C}"/>
          </ac:spMkLst>
        </pc:spChg>
        <pc:spChg chg="add mod">
          <ac:chgData name="Chodagiri Lakshmi narasimha" userId="560d5cf425351146" providerId="LiveId" clId="{6EA6D3F7-349B-4292-A2B0-01D34EBD7138}" dt="2026-09-23T05:57:33.597" v="660"/>
          <ac:spMkLst>
            <pc:docMk/>
            <pc:sldMk cId="1728576340" sldId="270"/>
            <ac:spMk id="48" creationId="{F9EA079A-F1EE-EE18-427F-3CCAC361B45D}"/>
          </ac:spMkLst>
        </pc:spChg>
        <pc:picChg chg="add mod">
          <ac:chgData name="Chodagiri Lakshmi narasimha" userId="560d5cf425351146" providerId="LiveId" clId="{6EA6D3F7-349B-4292-A2B0-01D34EBD7138}" dt="2026-09-23T05:56:48.142" v="656" actId="1076"/>
          <ac:picMkLst>
            <pc:docMk/>
            <pc:sldMk cId="1728576340" sldId="270"/>
            <ac:picMk id="3" creationId="{2CE8B082-2F68-564B-88A4-A447C3328E16}"/>
          </ac:picMkLst>
        </pc:picChg>
      </pc:sldChg>
      <pc:sldChg chg="addSp delSp modSp new mod">
        <pc:chgData name="Chodagiri Lakshmi narasimha" userId="560d5cf425351146" providerId="LiveId" clId="{6EA6D3F7-349B-4292-A2B0-01D34EBD7138}" dt="2026-09-25T15:45:57.212" v="785" actId="255"/>
        <pc:sldMkLst>
          <pc:docMk/>
          <pc:sldMk cId="2472224339" sldId="271"/>
        </pc:sldMkLst>
        <pc:spChg chg="add mod">
          <ac:chgData name="Chodagiri Lakshmi narasimha" userId="560d5cf425351146" providerId="LiveId" clId="{6EA6D3F7-349B-4292-A2B0-01D34EBD7138}" dt="2026-09-25T15:45:57.212" v="785" actId="255"/>
          <ac:spMkLst>
            <pc:docMk/>
            <pc:sldMk cId="2472224339" sldId="271"/>
            <ac:spMk id="3" creationId="{6D899C25-E706-B3F4-1367-023AEDD8444C}"/>
          </ac:spMkLst>
        </pc:spChg>
        <pc:spChg chg="add mod">
          <ac:chgData name="Chodagiri Lakshmi narasimha" userId="560d5cf425351146" providerId="LiveId" clId="{6EA6D3F7-349B-4292-A2B0-01D34EBD7138}" dt="2026-09-23T06:01:07.573" v="677" actId="207"/>
          <ac:spMkLst>
            <pc:docMk/>
            <pc:sldMk cId="2472224339" sldId="271"/>
            <ac:spMk id="9" creationId="{2090205A-12E7-B296-2B23-9EB429708A1C}"/>
          </ac:spMkLst>
        </pc:spChg>
        <pc:picChg chg="add mod">
          <ac:chgData name="Chodagiri Lakshmi narasimha" userId="560d5cf425351146" providerId="LiveId" clId="{6EA6D3F7-349B-4292-A2B0-01D34EBD7138}" dt="2026-09-23T05:59:57.893" v="667" actId="1076"/>
          <ac:picMkLst>
            <pc:docMk/>
            <pc:sldMk cId="2472224339" sldId="271"/>
            <ac:picMk id="5" creationId="{DCE4D3C2-C653-AA63-9226-7C2CFD83CB25}"/>
          </ac:picMkLst>
        </pc:picChg>
      </pc:sldChg>
      <pc:sldChg chg="addSp delSp modSp new mod ord">
        <pc:chgData name="Chodagiri Lakshmi narasimha" userId="560d5cf425351146" providerId="LiveId" clId="{6EA6D3F7-349B-4292-A2B0-01D34EBD7138}" dt="2026-09-23T06:15:10.625" v="747" actId="1076"/>
        <pc:sldMkLst>
          <pc:docMk/>
          <pc:sldMk cId="1434604953" sldId="272"/>
        </pc:sldMkLst>
        <pc:spChg chg="add mod">
          <ac:chgData name="Chodagiri Lakshmi narasimha" userId="560d5cf425351146" providerId="LiveId" clId="{6EA6D3F7-349B-4292-A2B0-01D34EBD7138}" dt="2026-09-23T06:06:48.987" v="696"/>
          <ac:spMkLst>
            <pc:docMk/>
            <pc:sldMk cId="1434604953" sldId="272"/>
            <ac:spMk id="17" creationId="{ED004F74-6B8D-21B0-4E9C-5ACA5A254F56}"/>
          </ac:spMkLst>
        </pc:spChg>
        <pc:spChg chg="add mod">
          <ac:chgData name="Chodagiri Lakshmi narasimha" userId="560d5cf425351146" providerId="LiveId" clId="{6EA6D3F7-349B-4292-A2B0-01D34EBD7138}" dt="2026-09-23T06:06:48.987" v="696"/>
          <ac:spMkLst>
            <pc:docMk/>
            <pc:sldMk cId="1434604953" sldId="272"/>
            <ac:spMk id="23" creationId="{9F483DFB-789F-7FE9-470C-5B2FFC8B9D15}"/>
          </ac:spMkLst>
        </pc:spChg>
        <pc:spChg chg="add mod">
          <ac:chgData name="Chodagiri Lakshmi narasimha" userId="560d5cf425351146" providerId="LiveId" clId="{6EA6D3F7-349B-4292-A2B0-01D34EBD7138}" dt="2026-09-23T06:06:48.987" v="696"/>
          <ac:spMkLst>
            <pc:docMk/>
            <pc:sldMk cId="1434604953" sldId="272"/>
            <ac:spMk id="25" creationId="{35E2FFBB-CC87-27DF-FEAA-76539DFC55C2}"/>
          </ac:spMkLst>
        </pc:spChg>
        <pc:spChg chg="add mod">
          <ac:chgData name="Chodagiri Lakshmi narasimha" userId="560d5cf425351146" providerId="LiveId" clId="{6EA6D3F7-349B-4292-A2B0-01D34EBD7138}" dt="2026-09-23T06:06:48.987" v="696"/>
          <ac:spMkLst>
            <pc:docMk/>
            <pc:sldMk cId="1434604953" sldId="272"/>
            <ac:spMk id="29" creationId="{596175F1-B1A2-3A99-9E0F-028611B32CB9}"/>
          </ac:spMkLst>
        </pc:spChg>
        <pc:spChg chg="add mod">
          <ac:chgData name="Chodagiri Lakshmi narasimha" userId="560d5cf425351146" providerId="LiveId" clId="{6EA6D3F7-349B-4292-A2B0-01D34EBD7138}" dt="2026-09-23T06:06:48.987" v="696"/>
          <ac:spMkLst>
            <pc:docMk/>
            <pc:sldMk cId="1434604953" sldId="272"/>
            <ac:spMk id="30" creationId="{242CB528-A8D0-44B6-4163-0B604A4529AE}"/>
          </ac:spMkLst>
        </pc:spChg>
        <pc:spChg chg="add mod">
          <ac:chgData name="Chodagiri Lakshmi narasimha" userId="560d5cf425351146" providerId="LiveId" clId="{6EA6D3F7-349B-4292-A2B0-01D34EBD7138}" dt="2026-09-23T06:06:48.987" v="696"/>
          <ac:spMkLst>
            <pc:docMk/>
            <pc:sldMk cId="1434604953" sldId="272"/>
            <ac:spMk id="35" creationId="{52B40744-8C97-C297-F2D8-85F45D514FE0}"/>
          </ac:spMkLst>
        </pc:spChg>
        <pc:spChg chg="add mod">
          <ac:chgData name="Chodagiri Lakshmi narasimha" userId="560d5cf425351146" providerId="LiveId" clId="{6EA6D3F7-349B-4292-A2B0-01D34EBD7138}" dt="2026-09-23T06:06:48.987" v="696"/>
          <ac:spMkLst>
            <pc:docMk/>
            <pc:sldMk cId="1434604953" sldId="272"/>
            <ac:spMk id="40" creationId="{8A2CF9E9-22D1-03A9-19FA-2E39CCBA09E7}"/>
          </ac:spMkLst>
        </pc:spChg>
        <pc:spChg chg="add mod">
          <ac:chgData name="Chodagiri Lakshmi narasimha" userId="560d5cf425351146" providerId="LiveId" clId="{6EA6D3F7-349B-4292-A2B0-01D34EBD7138}" dt="2026-09-23T06:06:48.987" v="696"/>
          <ac:spMkLst>
            <pc:docMk/>
            <pc:sldMk cId="1434604953" sldId="272"/>
            <ac:spMk id="42" creationId="{3833F769-C6B8-AF9D-C6A4-C1BDED70848E}"/>
          </ac:spMkLst>
        </pc:spChg>
        <pc:spChg chg="add mod">
          <ac:chgData name="Chodagiri Lakshmi narasimha" userId="560d5cf425351146" providerId="LiveId" clId="{6EA6D3F7-349B-4292-A2B0-01D34EBD7138}" dt="2026-09-23T06:15:10.625" v="747" actId="1076"/>
          <ac:spMkLst>
            <pc:docMk/>
            <pc:sldMk cId="1434604953" sldId="272"/>
            <ac:spMk id="48" creationId="{409448D9-A2EA-148E-446B-64611CA83010}"/>
          </ac:spMkLst>
        </pc:spChg>
        <pc:spChg chg="add mod">
          <ac:chgData name="Chodagiri Lakshmi narasimha" userId="560d5cf425351146" providerId="LiveId" clId="{6EA6D3F7-349B-4292-A2B0-01D34EBD7138}" dt="2026-09-23T06:06:48.987" v="696"/>
          <ac:spMkLst>
            <pc:docMk/>
            <pc:sldMk cId="1434604953" sldId="272"/>
            <ac:spMk id="49" creationId="{75F39807-F288-11C7-85A8-780396AC41EA}"/>
          </ac:spMkLst>
        </pc:spChg>
        <pc:spChg chg="add mod">
          <ac:chgData name="Chodagiri Lakshmi narasimha" userId="560d5cf425351146" providerId="LiveId" clId="{6EA6D3F7-349B-4292-A2B0-01D34EBD7138}" dt="2026-09-23T06:09:44.469" v="719" actId="207"/>
          <ac:spMkLst>
            <pc:docMk/>
            <pc:sldMk cId="1434604953" sldId="272"/>
            <ac:spMk id="53" creationId="{34291579-2CF2-B4AB-CD51-2D3274F0E683}"/>
          </ac:spMkLst>
        </pc:spChg>
        <pc:picChg chg="add del mod">
          <ac:chgData name="Chodagiri Lakshmi narasimha" userId="560d5cf425351146" providerId="LiveId" clId="{6EA6D3F7-349B-4292-A2B0-01D34EBD7138}" dt="2026-09-23T06:08:35.149" v="703" actId="478"/>
          <ac:picMkLst>
            <pc:docMk/>
            <pc:sldMk cId="1434604953" sldId="272"/>
            <ac:picMk id="3" creationId="{FD6BFBE6-3938-61EE-F7B3-DAA8CAA018C1}"/>
          </ac:picMkLst>
        </pc:picChg>
      </pc:sldChg>
      <pc:sldChg chg="addSp delSp modSp new mod">
        <pc:chgData name="Chodagiri Lakshmi narasimha" userId="560d5cf425351146" providerId="LiveId" clId="{6EA6D3F7-349B-4292-A2B0-01D34EBD7138}" dt="2026-09-23T06:14:19.891" v="746" actId="113"/>
        <pc:sldMkLst>
          <pc:docMk/>
          <pc:sldMk cId="3658188964" sldId="273"/>
        </pc:sldMkLst>
        <pc:spChg chg="add mod">
          <ac:chgData name="Chodagiri Lakshmi narasimha" userId="560d5cf425351146" providerId="LiveId" clId="{6EA6D3F7-349B-4292-A2B0-01D34EBD7138}" dt="2026-09-23T06:14:19.891" v="746" actId="113"/>
          <ac:spMkLst>
            <pc:docMk/>
            <pc:sldMk cId="3658188964" sldId="273"/>
            <ac:spMk id="8" creationId="{0F4383E9-56E0-98FB-B73A-D6557B9D021D}"/>
          </ac:spMkLst>
        </pc:spChg>
        <pc:graphicFrameChg chg="add mod modGraphic">
          <ac:chgData name="Chodagiri Lakshmi narasimha" userId="560d5cf425351146" providerId="LiveId" clId="{6EA6D3F7-349B-4292-A2B0-01D34EBD7138}" dt="2026-09-23T06:13:28.223" v="737" actId="14734"/>
          <ac:graphicFrameMkLst>
            <pc:docMk/>
            <pc:sldMk cId="3658188964" sldId="273"/>
            <ac:graphicFrameMk id="6" creationId="{4BD64EA1-0A6D-AEC2-3BDA-90F7A23557F9}"/>
          </ac:graphicFrameMkLst>
        </pc:graphicFrameChg>
        <pc:picChg chg="add del mod">
          <ac:chgData name="Chodagiri Lakshmi narasimha" userId="560d5cf425351146" providerId="LiveId" clId="{6EA6D3F7-349B-4292-A2B0-01D34EBD7138}" dt="2026-09-23T06:13:35.231" v="739" actId="478"/>
          <ac:picMkLst>
            <pc:docMk/>
            <pc:sldMk cId="3658188964" sldId="273"/>
            <ac:picMk id="5" creationId="{656EA79A-121F-77A5-4B31-59A56FE8CA29}"/>
          </ac:picMkLst>
        </pc:picChg>
      </pc:sldChg>
      <pc:sldChg chg="addSp modSp new mod">
        <pc:chgData name="Chodagiri Lakshmi narasimha" userId="560d5cf425351146" providerId="LiveId" clId="{6EA6D3F7-349B-4292-A2B0-01D34EBD7138}" dt="2026-09-25T15:47:05.171" v="790" actId="255"/>
        <pc:sldMkLst>
          <pc:docMk/>
          <pc:sldMk cId="2155255491" sldId="274"/>
        </pc:sldMkLst>
        <pc:spChg chg="add mod">
          <ac:chgData name="Chodagiri Lakshmi narasimha" userId="560d5cf425351146" providerId="LiveId" clId="{6EA6D3F7-349B-4292-A2B0-01D34EBD7138}" dt="2026-09-25T15:47:05.171" v="790" actId="255"/>
          <ac:spMkLst>
            <pc:docMk/>
            <pc:sldMk cId="2155255491" sldId="274"/>
            <ac:spMk id="3" creationId="{700DF3FE-0D8C-0016-68FE-CE2CE15095E1}"/>
          </ac:spMkLst>
        </pc:spChg>
        <pc:spChg chg="add mod">
          <ac:chgData name="Chodagiri Lakshmi narasimha" userId="560d5cf425351146" providerId="LiveId" clId="{6EA6D3F7-349B-4292-A2B0-01D34EBD7138}" dt="2026-09-23T06:17:08.688" v="758" actId="207"/>
          <ac:spMkLst>
            <pc:docMk/>
            <pc:sldMk cId="2155255491" sldId="274"/>
            <ac:spMk id="7" creationId="{8CA664D1-5362-CDB3-5752-A5DE1EA955B7}"/>
          </ac:spMkLst>
        </pc:spChg>
        <pc:picChg chg="add mod">
          <ac:chgData name="Chodagiri Lakshmi narasimha" userId="560d5cf425351146" providerId="LiveId" clId="{6EA6D3F7-349B-4292-A2B0-01D34EBD7138}" dt="2026-09-23T06:16:38.014" v="755" actId="1076"/>
          <ac:picMkLst>
            <pc:docMk/>
            <pc:sldMk cId="2155255491" sldId="274"/>
            <ac:picMk id="5" creationId="{4D4936C0-3BA9-089F-F84A-1D310E98BE0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66092-80AF-4961-8980-1FD8177B5A80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524EC-8FC2-4D4E-AB12-B6B3DF118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76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524EC-8FC2-4D4E-AB12-B6B3DF11832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075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524EC-8FC2-4D4E-AB12-B6B3DF11832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570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B6706-6575-23AD-5A05-24210FD61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FB0AE-1F01-F6A8-9844-5E5633AEF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69BF2-19B5-DB70-44DA-36C47A51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8E826-1F9B-4FD2-9178-F8C92507309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FE1E0-5E5D-75EA-C9A0-75F729B4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4398F-E28A-F064-5CB8-72610E98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9EAC0-0441-4C1B-86E8-7EA2128D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23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2D10-0444-1651-11AF-0170FCF89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39A90-E073-A08B-4DDF-E07ED76E0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AFC96-9E62-C0A0-B934-9E83812AC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8E826-1F9B-4FD2-9178-F8C92507309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4DEE9-7BE7-BE6D-0751-5BD058879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C8987-0589-35CB-98B2-ABB4B413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9EAC0-0441-4C1B-86E8-7EA2128D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304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C98F-03A6-EEEC-1533-60F73A5CC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81904-EFB0-5770-081A-B0359B497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51BD5-9DA1-1899-5F6A-A1A51F4B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8E826-1F9B-4FD2-9178-F8C92507309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2BDDA-0B44-C17B-B3C6-AE387F5A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9CAB1-1DA3-32B2-2B6A-A3CC7C1C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9EAC0-0441-4C1B-86E8-7EA2128D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559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1B669-72DA-AB7F-4DB2-C4CA795F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96EED-29D7-D664-2D51-D9B442F8D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D1DEB-26BD-4CC4-1F5B-53711CD73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5F85E-8203-F0F4-6772-D1747BBC2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8E826-1F9B-4FD2-9178-F8C92507309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99CC3-4ED6-6904-2E72-D148AC2CD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80471-CA69-AA10-6E68-5F6660A9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9EAC0-0441-4C1B-86E8-7EA2128D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569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FA3E-11FD-DB68-F05F-8BC4F084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4A8A2-328D-63E2-C9E0-BD2F55210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3FCA5-212A-2DCD-AFB7-B47F875C9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1246E-FD09-267B-FDBB-98AE7F1E1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29C10-0030-F881-3C0C-0458A75E8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D0B224-27E8-E62C-2437-6D472870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8E826-1F9B-4FD2-9178-F8C92507309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5814CD-3993-2466-C643-02F47445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9D5F5-B9A7-6A7C-5C31-62F2B1FF4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9EAC0-0441-4C1B-86E8-7EA2128D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64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73FD3-F1CC-22EA-AA12-AB0A76EB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76C80-B35C-A079-67C1-68E497CF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8E826-1F9B-4FD2-9178-F8C92507309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D3BAB-2F1A-B6B3-8A0B-019C1061A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109518-A879-2579-22F9-B1601FA18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9EAC0-0441-4C1B-86E8-7EA2128D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658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8E18B-3D35-1F90-DF3B-B9E58DD7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8E826-1F9B-4FD2-9178-F8C92507309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B5BFD-7C84-37EA-0147-ABA937EE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CE11E-59BE-AF72-CF12-B991796F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9EAC0-0441-4C1B-86E8-7EA2128D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754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1C6D-0BCB-5E59-E069-AF3EC382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BAF7B-8423-B2F1-C86D-C342BC7D3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EAEEF-29A0-D813-669F-7DED912EF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72B00-4B95-A955-C431-9B683C0C8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8E826-1F9B-4FD2-9178-F8C92507309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00BFA-D2A7-9EB4-F5D8-07D99BAB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09D6C-2AE6-2681-DAD7-28C01367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9EAC0-0441-4C1B-86E8-7EA2128D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83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9EDA-89F3-6963-11A6-5B11DA45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0906B6-0502-DCB5-E602-C9BE749A7C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21339-7046-3376-A0A5-E56AC2B06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50962-9F75-B422-A9FD-42F257BA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8E826-1F9B-4FD2-9178-F8C92507309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8CFC5-BB10-2D9B-11CC-E1FB2A62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AEB8F-EC02-55BA-0C0E-E0DA653E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9EAC0-0441-4C1B-86E8-7EA2128D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963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D659-3CC9-8645-EDD0-66B5A77A3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55E5E-83E2-4135-5A71-55EF03986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BDA4C-7845-0C8A-9359-6A41AEEF0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8E826-1F9B-4FD2-9178-F8C92507309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B5EB2-7A41-AE52-1FF4-2D061B25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7BB78-0635-AF20-E74B-71B8BE25D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9EAC0-0441-4C1B-86E8-7EA2128D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007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4C153-7539-4B23-2232-B220A4BEE3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FC86C-7244-AAB7-CB19-65F435F13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45358-1410-AFB4-85C2-644B82F81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8E826-1F9B-4FD2-9178-F8C92507309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C9822-4606-2FFC-8359-7087A021D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65234-0994-12B5-C368-DD8AE2BE9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9EAC0-0441-4C1B-86E8-7EA2128D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73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E9343-2FE2-6BA2-57CA-1238F6B3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2B7D3-78A5-7385-A6EF-5BD1C214C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54A26-35F6-72EE-A972-5B55720A4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8E826-1F9B-4FD2-9178-F8C92507309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52DBF-22D0-CCD6-0569-882C2314F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F15B0-EF3A-E7BB-D09C-BD1CC0BF2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9EAC0-0441-4C1B-86E8-7EA2128D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46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8F1B7-DEA6-5174-C257-BBFB1309D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968" y="1019223"/>
            <a:ext cx="10078064" cy="1439239"/>
          </a:xfrm>
        </p:spPr>
        <p:txBody>
          <a:bodyPr>
            <a:noAutofit/>
          </a:bodyPr>
          <a:lstStyle/>
          <a:p>
            <a:r>
              <a:rPr lang="en-IN" sz="4400" dirty="0">
                <a:solidFill>
                  <a:schemeClr val="accent2"/>
                </a:solidFill>
                <a:latin typeface="Elephant" panose="02020904090505020303" pitchFamily="18" charset="0"/>
              </a:rPr>
              <a:t>Bank Account System</a:t>
            </a:r>
            <a:br>
              <a:rPr lang="en-IN" sz="1800" dirty="0"/>
            </a:br>
            <a:r>
              <a:rPr lang="en-IN" sz="1800" b="1" i="0" dirty="0">
                <a:solidFill>
                  <a:srgbClr val="0070C0"/>
                </a:solidFill>
                <a:effectLst/>
                <a:latin typeface="Elephant" panose="02020904090505020303" pitchFamily="18" charset="0"/>
              </a:rPr>
              <a:t>Object-Oriented Programming using C++ </a:t>
            </a:r>
            <a:br>
              <a:rPr lang="en-IN" sz="1800" b="0" i="0" dirty="0">
                <a:solidFill>
                  <a:srgbClr val="0070C0"/>
                </a:solidFill>
                <a:effectLst/>
                <a:latin typeface="Elephant" panose="02020904090505020303" pitchFamily="18" charset="0"/>
              </a:rPr>
            </a:br>
            <a:r>
              <a:rPr lang="en-IN" sz="1800" b="0" i="0" dirty="0">
                <a:solidFill>
                  <a:srgbClr val="0070C0"/>
                </a:solidFill>
                <a:effectLst/>
                <a:latin typeface="Elephant" panose="02020904090505020303" pitchFamily="18" charset="0"/>
              </a:rPr>
              <a:t>REVIEW </a:t>
            </a:r>
            <a:r>
              <a:rPr lang="en-IN" sz="1800" dirty="0">
                <a:solidFill>
                  <a:srgbClr val="0070C0"/>
                </a:solidFill>
                <a:latin typeface="Elephant" panose="02020904090505020303" pitchFamily="18" charset="0"/>
                <a:sym typeface="Wingdings" panose="05000000000000000000" pitchFamily="2" charset="2"/>
              </a:rPr>
              <a:t>-2</a:t>
            </a:r>
            <a:endParaRPr lang="en-IN" sz="180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E9951-11F8-50C9-000E-A5C104630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0791"/>
            <a:ext cx="9144000" cy="3264195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PRESENTED BY </a:t>
            </a:r>
          </a:p>
          <a:p>
            <a:r>
              <a:rPr lang="en-IN" sz="26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CH.LAKSHMI NARASIMHA (</a:t>
            </a:r>
            <a:r>
              <a:rPr lang="en-IN" sz="2600" b="0" i="0" u="none" strike="noStrike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25B11AI231)</a:t>
            </a:r>
          </a:p>
          <a:p>
            <a:r>
              <a:rPr lang="en-IN" sz="26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</a:rPr>
              <a:t>K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</a:rPr>
              <a:t>.LALITHENDRA(25B11AI558)</a:t>
            </a:r>
            <a:endParaRPr lang="en-IN" sz="2600" b="0" i="0" u="none" strike="noStrike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</a:rPr>
              <a:t>T.ARAVINDH (25B11AIB92)</a:t>
            </a:r>
          </a:p>
          <a:p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</a:rPr>
              <a:t>N.JOGI VENKATA SWAMY(26B11AI077)</a:t>
            </a:r>
          </a:p>
          <a:p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II YEAR-3</a:t>
            </a:r>
            <a:r>
              <a:rPr lang="en-IN" sz="20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rd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Semester | BATCH-1</a:t>
            </a:r>
            <a:endParaRPr lang="en-IN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Artificial Intelligence &amp; Machine Learning</a:t>
            </a:r>
            <a:endParaRPr lang="en-US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56951395-B0B7-57F1-1388-0C8D32B176FF}"/>
              </a:ext>
            </a:extLst>
          </p:cNvPr>
          <p:cNvSpPr txBox="1">
            <a:spLocks/>
          </p:cNvSpPr>
          <p:nvPr/>
        </p:nvSpPr>
        <p:spPr>
          <a:xfrm>
            <a:off x="6326051" y="269784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28625C84-9F8A-62B7-F3CD-C537109DD68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0495" y="408689"/>
            <a:ext cx="4610910" cy="62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644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0530" y="1268714"/>
            <a:ext cx="4468405" cy="4320572"/>
          </a:xfrm>
          <a:prstGeom prst="rect">
            <a:avLst/>
          </a:prstGeom>
        </p:spPr>
        <p:txBody>
          <a:bodyPr vert="horz" wrap="square" lIns="48409" tIns="32273" rIns="48409" bIns="32273" rtlCol="0" anchor="t">
            <a:spAutoFit/>
          </a:bodyPr>
          <a:lstStyle/>
          <a:p>
            <a:pPr marL="344039" indent="-332832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buFont typeface="Cambria"/>
              <a:buAutoNum type="arabicPeriod"/>
              <a:tabLst>
                <a:tab pos="344039" algn="l"/>
              </a:tabLst>
            </a:pPr>
            <a:r>
              <a:rPr sz="2118" b="1" dirty="0">
                <a:solidFill>
                  <a:srgbClr val="1F1F1F"/>
                </a:solidFill>
                <a:latin typeface="Times New Roman"/>
              </a:rPr>
              <a:t>Abstract</a:t>
            </a:r>
            <a:endParaRPr lang="en-US" sz="211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4039" indent="-332832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buFont typeface="Cambria"/>
              <a:buAutoNum type="arabicPeriod"/>
              <a:tabLst>
                <a:tab pos="344039" algn="l"/>
              </a:tabLst>
            </a:pPr>
            <a:r>
              <a:rPr sz="2118" b="1" dirty="0">
                <a:solidFill>
                  <a:srgbClr val="1F1F1F"/>
                </a:solidFill>
                <a:latin typeface="Times New Roman"/>
              </a:rPr>
              <a:t>Introduction</a:t>
            </a:r>
            <a:endParaRPr lang="en-US" sz="2118" b="1" dirty="0">
              <a:solidFill>
                <a:srgbClr val="1F1F1F"/>
              </a:solidFill>
              <a:latin typeface="Times New Roman"/>
            </a:endParaRPr>
          </a:p>
          <a:p>
            <a:pPr marL="344039" indent="-332832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buFont typeface="Cambria"/>
              <a:buAutoNum type="arabicPeriod"/>
              <a:tabLst>
                <a:tab pos="344039" algn="l"/>
              </a:tabLst>
            </a:pPr>
            <a:r>
              <a:rPr sz="2118" b="1" dirty="0">
                <a:solidFill>
                  <a:srgbClr val="1F1F1F"/>
                </a:solidFill>
                <a:latin typeface="Times New Roman"/>
              </a:rPr>
              <a:t>System Analysis</a:t>
            </a:r>
            <a:endParaRPr lang="en-US" sz="2118" b="1" dirty="0">
              <a:solidFill>
                <a:srgbClr val="1F1F1F"/>
              </a:solidFill>
              <a:latin typeface="Times New Roman"/>
            </a:endParaRPr>
          </a:p>
          <a:p>
            <a:pPr marL="344039" indent="-332832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buFont typeface="Cambria"/>
              <a:buAutoNum type="arabicPeriod"/>
              <a:tabLst>
                <a:tab pos="344039" algn="l"/>
              </a:tabLst>
            </a:pPr>
            <a:r>
              <a:rPr sz="2118" b="1" dirty="0">
                <a:solidFill>
                  <a:srgbClr val="1F1F1F"/>
                </a:solidFill>
                <a:latin typeface="Times New Roman"/>
              </a:rPr>
              <a:t>Database Design / Data Storage</a:t>
            </a:r>
            <a:endParaRPr lang="en-US" sz="2118" b="1" dirty="0">
              <a:solidFill>
                <a:srgbClr val="1F1F1F"/>
              </a:solidFill>
              <a:latin typeface="Times New Roman"/>
            </a:endParaRPr>
          </a:p>
          <a:p>
            <a:pPr marL="344039" indent="-332832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buFont typeface="Cambria"/>
              <a:buAutoNum type="arabicPeriod"/>
              <a:tabLst>
                <a:tab pos="344039" algn="l"/>
              </a:tabLst>
            </a:pPr>
            <a:r>
              <a:rPr sz="2118" b="1" dirty="0">
                <a:solidFill>
                  <a:srgbClr val="1F1F1F"/>
                </a:solidFill>
                <a:latin typeface="Times New Roman"/>
              </a:rPr>
              <a:t>System Design</a:t>
            </a:r>
            <a:endParaRPr lang="en-US" sz="2118" b="1" dirty="0">
              <a:solidFill>
                <a:srgbClr val="1F1F1F"/>
              </a:solidFill>
              <a:latin typeface="Times New Roman"/>
            </a:endParaRPr>
          </a:p>
          <a:p>
            <a:pPr marL="344039" indent="-332832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buFont typeface="Cambria"/>
              <a:buAutoNum type="arabicPeriod"/>
              <a:tabLst>
                <a:tab pos="344039" algn="l"/>
              </a:tabLst>
            </a:pPr>
            <a:r>
              <a:rPr sz="2118" b="1" dirty="0">
                <a:solidFill>
                  <a:srgbClr val="1F1F1F"/>
                </a:solidFill>
                <a:latin typeface="Times New Roman"/>
              </a:rPr>
              <a:t>OOP Concepts</a:t>
            </a:r>
            <a:endParaRPr lang="en-US" sz="2118" b="1" dirty="0">
              <a:solidFill>
                <a:srgbClr val="1F1F1F"/>
              </a:solidFill>
              <a:latin typeface="Times New Roman"/>
            </a:endParaRPr>
          </a:p>
          <a:p>
            <a:pPr marL="344039" indent="-332832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buFont typeface="Cambria"/>
              <a:buAutoNum type="arabicPeriod"/>
              <a:tabLst>
                <a:tab pos="344039" algn="l"/>
              </a:tabLst>
            </a:pPr>
            <a:r>
              <a:rPr sz="2118" b="1" dirty="0">
                <a:solidFill>
                  <a:srgbClr val="1F1F1F"/>
                </a:solidFill>
                <a:latin typeface="Times New Roman"/>
              </a:rPr>
              <a:t>System Implementation</a:t>
            </a:r>
            <a:endParaRPr lang="en-US" sz="2118" b="1" dirty="0">
              <a:solidFill>
                <a:srgbClr val="1F1F1F"/>
              </a:solidFill>
              <a:latin typeface="Times New Roman"/>
            </a:endParaRPr>
          </a:p>
          <a:p>
            <a:pPr marL="344039" indent="-332832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buFont typeface="Cambria"/>
              <a:buAutoNum type="arabicPeriod"/>
              <a:tabLst>
                <a:tab pos="344039" algn="l"/>
              </a:tabLst>
            </a:pPr>
            <a:r>
              <a:rPr sz="2118" b="1" dirty="0">
                <a:solidFill>
                  <a:srgbClr val="1F1F1F"/>
                </a:solidFill>
                <a:latin typeface="Times New Roman"/>
              </a:rPr>
              <a:t>Code Implementation</a:t>
            </a:r>
            <a:endParaRPr lang="en-US" sz="2118" b="1" dirty="0">
              <a:solidFill>
                <a:srgbClr val="1F1F1F"/>
              </a:solidFill>
              <a:latin typeface="Times New Roman"/>
            </a:endParaRPr>
          </a:p>
          <a:p>
            <a:pPr marL="344039" indent="-332832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buFont typeface="Cambria"/>
              <a:buAutoNum type="arabicPeriod"/>
              <a:tabLst>
                <a:tab pos="344039" algn="l"/>
              </a:tabLst>
            </a:pPr>
            <a:r>
              <a:rPr sz="2118" b="1" dirty="0">
                <a:solidFill>
                  <a:srgbClr val="1F1F1F"/>
                </a:solidFill>
                <a:latin typeface="Times New Roman"/>
              </a:rPr>
              <a:t>Input Validation</a:t>
            </a:r>
            <a:endParaRPr lang="en-US" sz="2118" b="1" dirty="0">
              <a:solidFill>
                <a:srgbClr val="1F1F1F"/>
              </a:solidFill>
              <a:latin typeface="Times New Roman"/>
            </a:endParaRPr>
          </a:p>
          <a:p>
            <a:pPr marL="344039" indent="-332832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buFont typeface="Cambria"/>
              <a:buAutoNum type="arabicPeriod"/>
              <a:tabLst>
                <a:tab pos="344039" algn="l"/>
              </a:tabLst>
            </a:pPr>
            <a:r>
              <a:rPr sz="2118" b="1" dirty="0">
                <a:solidFill>
                  <a:srgbClr val="1F1F1F"/>
                </a:solidFill>
                <a:latin typeface="Times New Roman"/>
              </a:rPr>
              <a:t>Execution / Output Screens</a:t>
            </a:r>
            <a:endParaRPr lang="en-US" sz="2118" b="1" dirty="0">
              <a:solidFill>
                <a:srgbClr val="1F1F1F"/>
              </a:solidFill>
              <a:latin typeface="Times New Roman"/>
            </a:endParaRPr>
          </a:p>
          <a:p>
            <a:pPr marL="11207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tabLst>
                <a:tab pos="344039" algn="l"/>
              </a:tabLst>
            </a:pPr>
            <a:r>
              <a:rPr lang="en-IN" sz="2118" b="1" dirty="0">
                <a:solidFill>
                  <a:srgbClr val="1F1F1F"/>
                </a:solidFill>
                <a:latin typeface="Times New Roman"/>
              </a:rPr>
              <a:t>11.</a:t>
            </a:r>
            <a:r>
              <a:rPr sz="2118" b="1" dirty="0">
                <a:solidFill>
                  <a:srgbClr val="1F1F1F"/>
                </a:solidFill>
                <a:latin typeface="Times New Roman"/>
              </a:rPr>
              <a:t>References &amp; 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3810000" y="29709"/>
            <a:ext cx="4706471" cy="1057333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4838950" y="229760"/>
            <a:ext cx="2517962" cy="358783"/>
          </a:xfrm>
          <a:prstGeom prst="rect">
            <a:avLst/>
          </a:prstGeom>
        </p:spPr>
        <p:txBody>
          <a:bodyPr vert="horz" wrap="square" lIns="48409" tIns="32273" rIns="48409" bIns="32273" rtlCol="0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1206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</a:pPr>
            <a:r>
              <a:rPr sz="1941" b="1">
                <a:solidFill>
                  <a:srgbClr val="FFFFFF"/>
                </a:solidFill>
                <a:latin typeface="Times New Roman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16064A02-8367-EE82-7137-DDE89CE442FF}"/>
              </a:ext>
            </a:extLst>
          </p:cNvPr>
          <p:cNvGrpSpPr/>
          <p:nvPr/>
        </p:nvGrpSpPr>
        <p:grpSpPr>
          <a:xfrm>
            <a:off x="3427228" y="72239"/>
            <a:ext cx="4706471" cy="1057333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7CFE83A7-0386-7BED-66BF-EBC6B5E6C38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E820CE9-DC66-BA50-1F83-D500107E77A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25AF6D4-F4F8-D1E5-E953-5C486ACC3B2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BFF7DFE4-727E-E981-3F8B-45264F4FF54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49DFD08-306B-DA9F-B3F1-75A846BB8DB8}"/>
              </a:ext>
            </a:extLst>
          </p:cNvPr>
          <p:cNvSpPr txBox="1"/>
          <p:nvPr/>
        </p:nvSpPr>
        <p:spPr>
          <a:xfrm>
            <a:off x="4679655" y="257685"/>
            <a:ext cx="6095114" cy="412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07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tabLst>
                <a:tab pos="344039" algn="l"/>
              </a:tabLst>
            </a:pPr>
            <a:r>
              <a:rPr lang="en-IN" sz="2118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Abstract</a:t>
            </a:r>
            <a:endParaRPr lang="en-IN" sz="2118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D88BA7-E9BD-528C-8C47-7A1F07847B9F}"/>
              </a:ext>
            </a:extLst>
          </p:cNvPr>
          <p:cNvSpPr txBox="1"/>
          <p:nvPr/>
        </p:nvSpPr>
        <p:spPr>
          <a:xfrm>
            <a:off x="494412" y="991260"/>
            <a:ext cx="1080799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/>
              <a:t>The </a:t>
            </a:r>
            <a:r>
              <a:rPr lang="en-IN" b="1" dirty="0"/>
              <a:t>Bank Account System</a:t>
            </a:r>
            <a:r>
              <a:rPr lang="en-IN" dirty="0"/>
              <a:t> is a console-based application developed using </a:t>
            </a:r>
            <a:r>
              <a:rPr lang="en-IN" b="1" dirty="0"/>
              <a:t>C++ and Object-Oriented Programming (OOP)</a:t>
            </a:r>
            <a:r>
              <a:rPr lang="en-IN" dirty="0"/>
              <a:t> concepts to simplify basic banking operations. The system allows users to create a bank account by entering an account number, customer name, and initial deposit. It provides essential functions such as </a:t>
            </a:r>
            <a:r>
              <a:rPr lang="en-IN" b="1" dirty="0"/>
              <a:t>deposit, withdrawal, balance enquiry, and account information management</a:t>
            </a:r>
            <a:r>
              <a:rPr lang="en-IN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/>
              <a:t>The system validates user inputs, including a minimum </a:t>
            </a:r>
            <a:r>
              <a:rPr lang="en-IN" b="1" dirty="0"/>
              <a:t>12-digit account number</a:t>
            </a:r>
            <a:r>
              <a:rPr lang="en-IN" dirty="0"/>
              <a:t>, and checks the available balance before processing withdrawals. The account balance is automatically updated after every successful transaction, reducing manual calculation errors and improving efficiency.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/>
              <a:t>This project demonstrates the practical application of </a:t>
            </a:r>
            <a:r>
              <a:rPr lang="en-IN" b="1" dirty="0"/>
              <a:t>classes, objects, encapsulation, functions, conditional statements, and input validation</a:t>
            </a:r>
            <a:r>
              <a:rPr lang="en-IN" dirty="0"/>
              <a:t> in C++. The system provides a simple foundation that can be further enhanced with database connectivity, authentication, transaction history, and a graphical or web-based interface.</a:t>
            </a:r>
          </a:p>
        </p:txBody>
      </p:sp>
    </p:spTree>
    <p:extLst>
      <p:ext uri="{BB962C8B-B14F-4D97-AF65-F5344CB8AC3E}">
        <p14:creationId xmlns:p14="http://schemas.microsoft.com/office/powerpoint/2010/main" val="340457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45B49-A04A-9EFD-55E5-24839B3C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212" y="422943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Elephant" panose="02020904090505020303" pitchFamily="18" charset="0"/>
              </a:rPr>
              <a:t>PROJECT INTRODUCTION </a:t>
            </a: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CA6C1D98-223C-4A6D-17B3-976229558E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212" y="152956"/>
            <a:ext cx="1163002" cy="424338"/>
          </a:xfrm>
          <a:prstGeom prst="rect">
            <a:avLst/>
          </a:prstGeom>
        </p:spPr>
      </p:pic>
      <p:sp>
        <p:nvSpPr>
          <p:cNvPr id="11" name="object 9">
            <a:extLst>
              <a:ext uri="{FF2B5EF4-FFF2-40B4-BE49-F238E27FC236}">
                <a16:creationId xmlns:a16="http://schemas.microsoft.com/office/drawing/2014/main" id="{8467D436-9305-3A18-40D2-79FD241A22F3}"/>
              </a:ext>
            </a:extLst>
          </p:cNvPr>
          <p:cNvSpPr txBox="1">
            <a:spLocks/>
          </p:cNvSpPr>
          <p:nvPr/>
        </p:nvSpPr>
        <p:spPr>
          <a:xfrm>
            <a:off x="3274142" y="269784"/>
            <a:ext cx="5905599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grpSp>
        <p:nvGrpSpPr>
          <p:cNvPr id="12" name="object 3">
            <a:extLst>
              <a:ext uri="{FF2B5EF4-FFF2-40B4-BE49-F238E27FC236}">
                <a16:creationId xmlns:a16="http://schemas.microsoft.com/office/drawing/2014/main" id="{AC634133-A5EB-F3AB-6CF8-769CE17DC0D3}"/>
              </a:ext>
            </a:extLst>
          </p:cNvPr>
          <p:cNvGrpSpPr/>
          <p:nvPr/>
        </p:nvGrpSpPr>
        <p:grpSpPr>
          <a:xfrm>
            <a:off x="3324745" y="-42181"/>
            <a:ext cx="5334000" cy="1198311"/>
            <a:chOff x="2648188" y="47148"/>
            <a:chExt cx="5103904" cy="1198311"/>
          </a:xfrm>
        </p:grpSpPr>
        <p:pic>
          <p:nvPicPr>
            <p:cNvPr id="13" name="object 4">
              <a:extLst>
                <a:ext uri="{FF2B5EF4-FFF2-40B4-BE49-F238E27FC236}">
                  <a16:creationId xmlns:a16="http://schemas.microsoft.com/office/drawing/2014/main" id="{47AEDDC5-0C44-F2EA-4240-92CD427E8F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4" name="object 5">
              <a:extLst>
                <a:ext uri="{FF2B5EF4-FFF2-40B4-BE49-F238E27FC236}">
                  <a16:creationId xmlns:a16="http://schemas.microsoft.com/office/drawing/2014/main" id="{5F22C1FA-8518-8064-B868-1C90FCE3C99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B53FF8B1-32AF-2294-8ABE-EC726970DFA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1FF1E7B3-BD19-1BD7-7855-AF2016B15A38}"/>
                </a:ext>
              </a:extLst>
            </p:cNvPr>
            <p:cNvSpPr/>
            <p:nvPr/>
          </p:nvSpPr>
          <p:spPr>
            <a:xfrm>
              <a:off x="2881913" y="303993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r>
                <a:rPr lang="en-I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INTRODUCTION</a:t>
              </a:r>
            </a:p>
            <a:p>
              <a:endParaRPr dirty="0"/>
            </a:p>
          </p:txBody>
        </p:sp>
      </p:grpSp>
      <p:sp>
        <p:nvSpPr>
          <p:cNvPr id="6" name="Text 4">
            <a:extLst>
              <a:ext uri="{FF2B5EF4-FFF2-40B4-BE49-F238E27FC236}">
                <a16:creationId xmlns:a16="http://schemas.microsoft.com/office/drawing/2014/main" id="{8041A3BB-A893-CAE7-DA66-BF33880C7414}"/>
              </a:ext>
            </a:extLst>
          </p:cNvPr>
          <p:cNvSpPr/>
          <p:nvPr/>
        </p:nvSpPr>
        <p:spPr>
          <a:xfrm>
            <a:off x="701040" y="1523646"/>
            <a:ext cx="5760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8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application designed to manage basic banking operations.</a:t>
            </a:r>
            <a:endParaRPr lang="en-US" sz="18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8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users to create and manage bank accounts digitally.</a:t>
            </a:r>
            <a:endParaRPr lang="en-US" sz="18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8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deposit, withdrawal, balance enquiry and account details.</a:t>
            </a:r>
            <a:endParaRPr lang="en-US" sz="18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8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record maintenance and paperwork.</a:t>
            </a:r>
            <a:endParaRPr lang="en-US" sz="18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8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core Object-Oriented Programming concepts.</a:t>
            </a:r>
            <a:endParaRPr lang="en-US" sz="1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D53482-5166-B1F6-C707-036054429D2C}"/>
              </a:ext>
            </a:extLst>
          </p:cNvPr>
          <p:cNvSpPr/>
          <p:nvPr/>
        </p:nvSpPr>
        <p:spPr>
          <a:xfrm>
            <a:off x="6918960" y="11201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20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BA1F48D-AC27-43E0-8E15-41B4D1774091}"/>
              </a:ext>
            </a:extLst>
          </p:cNvPr>
          <p:cNvSpPr/>
          <p:nvPr/>
        </p:nvSpPr>
        <p:spPr>
          <a:xfrm>
            <a:off x="6918960" y="153162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22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085B2B1-CF8D-29D4-34F1-9A2FC53CDDC8}"/>
              </a:ext>
            </a:extLst>
          </p:cNvPr>
          <p:cNvSpPr/>
          <p:nvPr/>
        </p:nvSpPr>
        <p:spPr>
          <a:xfrm>
            <a:off x="6966893" y="1510427"/>
            <a:ext cx="4425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Account Holder</a:t>
            </a:r>
            <a:endParaRPr lang="en-US" sz="15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42554D58-5BF1-914D-BD05-B3DE58976ED2}"/>
              </a:ext>
            </a:extLst>
          </p:cNvPr>
          <p:cNvSpPr/>
          <p:nvPr/>
        </p:nvSpPr>
        <p:spPr>
          <a:xfrm>
            <a:off x="9204960" y="2244852"/>
            <a:ext cx="0" cy="384048"/>
          </a:xfrm>
          <a:prstGeom prst="line">
            <a:avLst/>
          </a:prstGeom>
          <a:noFill/>
          <a:ln w="25400">
            <a:solidFill>
              <a:srgbClr val="5A6B7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F835EDF7-2CD4-C1BC-63BB-3F4D6378A68E}"/>
              </a:ext>
            </a:extLst>
          </p:cNvPr>
          <p:cNvSpPr/>
          <p:nvPr/>
        </p:nvSpPr>
        <p:spPr>
          <a:xfrm>
            <a:off x="6918960" y="262890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6A3E9C"/>
          </a:solidFill>
          <a:ln w="22225">
            <a:solidFill>
              <a:srgbClr val="6A3E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D7A23F81-AC20-F3B8-5662-AC45486B6552}"/>
              </a:ext>
            </a:extLst>
          </p:cNvPr>
          <p:cNvSpPr/>
          <p:nvPr/>
        </p:nvSpPr>
        <p:spPr>
          <a:xfrm>
            <a:off x="6992112" y="2628900"/>
            <a:ext cx="4425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 System</a:t>
            </a:r>
            <a:endParaRPr lang="en-US" sz="150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34F1BA0E-FDAE-E8B7-85A2-2A02B9661C09}"/>
              </a:ext>
            </a:extLst>
          </p:cNvPr>
          <p:cNvSpPr/>
          <p:nvPr/>
        </p:nvSpPr>
        <p:spPr>
          <a:xfrm>
            <a:off x="9204960" y="3342132"/>
            <a:ext cx="0" cy="384048"/>
          </a:xfrm>
          <a:prstGeom prst="line">
            <a:avLst/>
          </a:prstGeom>
          <a:noFill/>
          <a:ln w="25400">
            <a:solidFill>
              <a:srgbClr val="5A6B7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E8982DAB-04FC-9A54-8936-BCADBEE49936}"/>
              </a:ext>
            </a:extLst>
          </p:cNvPr>
          <p:cNvSpPr/>
          <p:nvPr/>
        </p:nvSpPr>
        <p:spPr>
          <a:xfrm>
            <a:off x="6918960" y="372618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2225">
            <a:solidFill>
              <a:srgbClr val="E07B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557C0D72-C84F-A947-7EE4-D6BE028B98D6}"/>
              </a:ext>
            </a:extLst>
          </p:cNvPr>
          <p:cNvSpPr/>
          <p:nvPr/>
        </p:nvSpPr>
        <p:spPr>
          <a:xfrm>
            <a:off x="6992112" y="3726180"/>
            <a:ext cx="4425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E0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Operations</a:t>
            </a:r>
            <a:endParaRPr lang="en-US" sz="1500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1DFC7099-B2B3-822D-CFCE-50AF8C4F93C1}"/>
              </a:ext>
            </a:extLst>
          </p:cNvPr>
          <p:cNvSpPr/>
          <p:nvPr/>
        </p:nvSpPr>
        <p:spPr>
          <a:xfrm>
            <a:off x="9204960" y="4439412"/>
            <a:ext cx="0" cy="384048"/>
          </a:xfrm>
          <a:prstGeom prst="line">
            <a:avLst/>
          </a:prstGeom>
          <a:noFill/>
          <a:ln w="25400">
            <a:solidFill>
              <a:srgbClr val="5A6B7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B6ECD4B8-CC86-E50E-AA29-C0C8EB639073}"/>
              </a:ext>
            </a:extLst>
          </p:cNvPr>
          <p:cNvSpPr/>
          <p:nvPr/>
        </p:nvSpPr>
        <p:spPr>
          <a:xfrm>
            <a:off x="6918960" y="482346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22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E8BC5785-2D5B-8FFD-D3CA-5D7052C76144}"/>
              </a:ext>
            </a:extLst>
          </p:cNvPr>
          <p:cNvSpPr/>
          <p:nvPr/>
        </p:nvSpPr>
        <p:spPr>
          <a:xfrm>
            <a:off x="6992112" y="4823460"/>
            <a:ext cx="4425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Records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8142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A924E801-5FCD-1447-F73A-593087B57B22}"/>
              </a:ext>
            </a:extLst>
          </p:cNvPr>
          <p:cNvGrpSpPr/>
          <p:nvPr/>
        </p:nvGrpSpPr>
        <p:grpSpPr>
          <a:xfrm>
            <a:off x="3133358" y="106675"/>
            <a:ext cx="5334000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333E6A37-8305-EB50-446A-C811D50E120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6BD48272-AAD7-BD7D-2980-1677E051BCB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6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4AE19453-C321-C545-D836-45500EB808E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5E057522-992F-F657-AA0E-80E756AB63E0}"/>
                </a:ext>
              </a:extLst>
            </p:cNvPr>
            <p:cNvSpPr/>
            <p:nvPr/>
          </p:nvSpPr>
          <p:spPr>
            <a:xfrm>
              <a:off x="2881913" y="303993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System Analysis</a:t>
              </a:r>
            </a:p>
            <a:p>
              <a:endParaRPr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128FF57-5538-871F-467C-84AFF3D65E1A}"/>
              </a:ext>
            </a:extLst>
          </p:cNvPr>
          <p:cNvSpPr txBox="1"/>
          <p:nvPr/>
        </p:nvSpPr>
        <p:spPr>
          <a:xfrm>
            <a:off x="616772" y="1187071"/>
            <a:ext cx="1142999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1. </a:t>
            </a:r>
            <a:r>
              <a:rPr lang="en-IN" sz="2200" b="1" dirty="0"/>
              <a:t>Existing System</a:t>
            </a:r>
            <a:endParaRPr lang="en-IN" sz="2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Manual account management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Time-consuming transactions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Higher chance of calculation errors </a:t>
            </a:r>
          </a:p>
          <a:p>
            <a:r>
              <a:rPr lang="en-IN" sz="2000" b="1" dirty="0"/>
              <a:t>2.</a:t>
            </a:r>
            <a:r>
              <a:rPr lang="en-IN" sz="2200" b="1" dirty="0"/>
              <a:t> Proposed System</a:t>
            </a:r>
            <a:endParaRPr lang="en-IN" sz="2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C++ console-based banking application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Supports account creation, deposit, and withdrawal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Automatically updates account balance </a:t>
            </a:r>
          </a:p>
          <a:p>
            <a:r>
              <a:rPr lang="en-IN" sz="2000" b="1" dirty="0"/>
              <a:t>3. </a:t>
            </a:r>
            <a:r>
              <a:rPr lang="en-IN" sz="2200" b="1" dirty="0"/>
              <a:t>System Requirements</a:t>
            </a:r>
            <a:endParaRPr lang="en-IN" sz="2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C++ compiler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Basic computer system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OOP concepts and input validation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Simple and user-friendly interface</a:t>
            </a:r>
          </a:p>
        </p:txBody>
      </p:sp>
    </p:spTree>
    <p:extLst>
      <p:ext uri="{BB962C8B-B14F-4D97-AF65-F5344CB8AC3E}">
        <p14:creationId xmlns:p14="http://schemas.microsoft.com/office/powerpoint/2010/main" val="176751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3">
            <a:extLst>
              <a:ext uri="{FF2B5EF4-FFF2-40B4-BE49-F238E27FC236}">
                <a16:creationId xmlns:a16="http://schemas.microsoft.com/office/drawing/2014/main" id="{E43FC688-8562-5F44-5FF0-159EBC869CF8}"/>
              </a:ext>
            </a:extLst>
          </p:cNvPr>
          <p:cNvGrpSpPr/>
          <p:nvPr/>
        </p:nvGrpSpPr>
        <p:grpSpPr>
          <a:xfrm>
            <a:off x="3175890" y="0"/>
            <a:ext cx="5334000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2FD11CB2-5BF7-73FA-DB54-378AC07F571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94B5AC02-A52F-1679-9968-AB87E40A18D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40E99603-3252-D0E7-FDD8-E61CAA265FB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AEBF9E0-9E2C-4553-9CA2-570867AB367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/>
            </a:p>
          </p:txBody>
        </p:sp>
      </p:grpSp>
      <p:pic>
        <p:nvPicPr>
          <p:cNvPr id="11" name="object 3">
            <a:extLst>
              <a:ext uri="{FF2B5EF4-FFF2-40B4-BE49-F238E27FC236}">
                <a16:creationId xmlns:a16="http://schemas.microsoft.com/office/drawing/2014/main" id="{E8A85193-1C12-BFC5-FA3A-6C82A723F48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5528" y="242973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1FCACB-369A-E37F-1F67-1D8B4F213821}"/>
              </a:ext>
            </a:extLst>
          </p:cNvPr>
          <p:cNvSpPr txBox="1"/>
          <p:nvPr/>
        </p:nvSpPr>
        <p:spPr>
          <a:xfrm>
            <a:off x="3936099" y="3049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Planned Modules &amp; Functions</a:t>
            </a:r>
            <a:endParaRPr lang="en-US" dirty="0"/>
          </a:p>
          <a:p>
            <a:endParaRPr lang="en-IN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F2D486F1-3841-FDA1-B14A-16B2EEF5BC1D}"/>
              </a:ext>
            </a:extLst>
          </p:cNvPr>
          <p:cNvSpPr/>
          <p:nvPr/>
        </p:nvSpPr>
        <p:spPr>
          <a:xfrm>
            <a:off x="417576" y="1577340"/>
            <a:ext cx="268833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01600" dist="12700" dir="5400000" algn="bl" rotWithShape="0">
              <a:srgbClr val="B8C4D2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9976882-B70E-F070-3212-5855D734FF13}"/>
              </a:ext>
            </a:extLst>
          </p:cNvPr>
          <p:cNvSpPr/>
          <p:nvPr/>
        </p:nvSpPr>
        <p:spPr>
          <a:xfrm>
            <a:off x="417576" y="1577340"/>
            <a:ext cx="2688336" cy="91440"/>
          </a:xfrm>
          <a:prstGeom prst="roundRect">
            <a:avLst>
              <a:gd name="adj" fmla="val 4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3D7E7E31-676D-EDDC-6234-59BE5D4D1051}"/>
              </a:ext>
            </a:extLst>
          </p:cNvPr>
          <p:cNvSpPr/>
          <p:nvPr/>
        </p:nvSpPr>
        <p:spPr>
          <a:xfrm>
            <a:off x="618744" y="1869948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FA3C738-398D-5D6D-50AE-952FDB19D624}"/>
              </a:ext>
            </a:extLst>
          </p:cNvPr>
          <p:cNvSpPr/>
          <p:nvPr/>
        </p:nvSpPr>
        <p:spPr>
          <a:xfrm>
            <a:off x="618744" y="18699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FC560300-4F21-D593-B39D-80758439776E}"/>
              </a:ext>
            </a:extLst>
          </p:cNvPr>
          <p:cNvSpPr/>
          <p:nvPr/>
        </p:nvSpPr>
        <p:spPr>
          <a:xfrm>
            <a:off x="618744" y="24185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 Creation</a:t>
            </a:r>
            <a:endParaRPr lang="en-US" sz="14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7159AAE-B6A4-ED9F-5712-ACA109CECFF7}"/>
              </a:ext>
            </a:extLst>
          </p:cNvPr>
          <p:cNvSpPr/>
          <p:nvPr/>
        </p:nvSpPr>
        <p:spPr>
          <a:xfrm>
            <a:off x="618744" y="27477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account holder</a:t>
            </a:r>
            <a:endParaRPr lang="en-US" sz="12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691E09FA-C159-0925-2343-CDA6146EC7D3}"/>
              </a:ext>
            </a:extLst>
          </p:cNvPr>
          <p:cNvSpPr/>
          <p:nvPr/>
        </p:nvSpPr>
        <p:spPr>
          <a:xfrm>
            <a:off x="3307080" y="1577340"/>
            <a:ext cx="268833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01600" dist="12700" dir="5400000" algn="bl" rotWithShape="0">
              <a:srgbClr val="B8C4D2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0FBF4179-9CAE-D39B-8104-A6A43ACC767E}"/>
              </a:ext>
            </a:extLst>
          </p:cNvPr>
          <p:cNvSpPr/>
          <p:nvPr/>
        </p:nvSpPr>
        <p:spPr>
          <a:xfrm>
            <a:off x="3307080" y="1577340"/>
            <a:ext cx="2688336" cy="91440"/>
          </a:xfrm>
          <a:prstGeom prst="roundRect">
            <a:avLst>
              <a:gd name="adj" fmla="val 4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67A3E4FD-5F7D-8805-1558-A26982982AA9}"/>
              </a:ext>
            </a:extLst>
          </p:cNvPr>
          <p:cNvSpPr/>
          <p:nvPr/>
        </p:nvSpPr>
        <p:spPr>
          <a:xfrm>
            <a:off x="3508248" y="1869948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F80ED2C-4088-9A38-9A4A-D202915EEDAF}"/>
              </a:ext>
            </a:extLst>
          </p:cNvPr>
          <p:cNvSpPr/>
          <p:nvPr/>
        </p:nvSpPr>
        <p:spPr>
          <a:xfrm>
            <a:off x="3508248" y="18699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D4433584-74E4-96F1-FED0-3352F45B5E05}"/>
              </a:ext>
            </a:extLst>
          </p:cNvPr>
          <p:cNvSpPr/>
          <p:nvPr/>
        </p:nvSpPr>
        <p:spPr>
          <a:xfrm>
            <a:off x="3508248" y="24185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 / Verification</a:t>
            </a:r>
            <a:endParaRPr lang="en-US" sz="14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F23036D0-0EEC-C9B3-D69C-6950C7746E5F}"/>
              </a:ext>
            </a:extLst>
          </p:cNvPr>
          <p:cNvSpPr/>
          <p:nvPr/>
        </p:nvSpPr>
        <p:spPr>
          <a:xfrm>
            <a:off x="3508248" y="27477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account number identity</a:t>
            </a:r>
            <a:endParaRPr lang="en-US" sz="12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BC39E899-63E4-19EA-A38E-5EE30ABC6C57}"/>
              </a:ext>
            </a:extLst>
          </p:cNvPr>
          <p:cNvSpPr/>
          <p:nvPr/>
        </p:nvSpPr>
        <p:spPr>
          <a:xfrm>
            <a:off x="6196584" y="1577340"/>
            <a:ext cx="268833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07B1E"/>
            </a:solidFill>
            <a:prstDash val="solid"/>
          </a:ln>
          <a:effectLst>
            <a:outerShdw blurRad="101600" dist="12700" dir="5400000" algn="bl" rotWithShape="0">
              <a:srgbClr val="B8C4D2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EAF7AAF7-E918-3366-6629-DD25F2D1162B}"/>
              </a:ext>
            </a:extLst>
          </p:cNvPr>
          <p:cNvSpPr/>
          <p:nvPr/>
        </p:nvSpPr>
        <p:spPr>
          <a:xfrm>
            <a:off x="6196584" y="1577340"/>
            <a:ext cx="2688336" cy="91440"/>
          </a:xfrm>
          <a:prstGeom prst="roundRect">
            <a:avLst>
              <a:gd name="adj" fmla="val 40000"/>
            </a:avLst>
          </a:prstGeom>
          <a:solidFill>
            <a:srgbClr val="E07B1E"/>
          </a:solidFill>
          <a:ln w="12700">
            <a:solidFill>
              <a:srgbClr val="E07B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71FF7ED8-6065-458A-6380-91AE6E67B419}"/>
              </a:ext>
            </a:extLst>
          </p:cNvPr>
          <p:cNvSpPr/>
          <p:nvPr/>
        </p:nvSpPr>
        <p:spPr>
          <a:xfrm>
            <a:off x="6397752" y="1869948"/>
            <a:ext cx="457200" cy="457200"/>
          </a:xfrm>
          <a:prstGeom prst="ellipse">
            <a:avLst/>
          </a:prstGeom>
          <a:solidFill>
            <a:srgbClr val="E07B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87278C4F-2622-CA13-399A-EE57C61CDB43}"/>
              </a:ext>
            </a:extLst>
          </p:cNvPr>
          <p:cNvSpPr/>
          <p:nvPr/>
        </p:nvSpPr>
        <p:spPr>
          <a:xfrm>
            <a:off x="6397752" y="18699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FA14E972-3DE9-6068-2B26-B0F9C96E2B75}"/>
              </a:ext>
            </a:extLst>
          </p:cNvPr>
          <p:cNvSpPr/>
          <p:nvPr/>
        </p:nvSpPr>
        <p:spPr>
          <a:xfrm>
            <a:off x="6397752" y="24185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E07B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Deposit</a:t>
            </a:r>
            <a:endParaRPr lang="en-US" sz="14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F323275F-D3FE-F544-B1B5-2CB380CA3726}"/>
              </a:ext>
            </a:extLst>
          </p:cNvPr>
          <p:cNvSpPr/>
          <p:nvPr/>
        </p:nvSpPr>
        <p:spPr>
          <a:xfrm>
            <a:off x="6397752" y="27477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amount to the account</a:t>
            </a:r>
            <a:endParaRPr lang="en-US" sz="12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006D31C6-88A1-01E2-0A6F-E745853AADCE}"/>
              </a:ext>
            </a:extLst>
          </p:cNvPr>
          <p:cNvSpPr/>
          <p:nvPr/>
        </p:nvSpPr>
        <p:spPr>
          <a:xfrm>
            <a:off x="9086088" y="1577340"/>
            <a:ext cx="268833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101600" dist="12700" dir="5400000" algn="bl" rotWithShape="0">
              <a:srgbClr val="B8C4D2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90259346-3FCB-1741-A8C9-B452D9510759}"/>
              </a:ext>
            </a:extLst>
          </p:cNvPr>
          <p:cNvSpPr/>
          <p:nvPr/>
        </p:nvSpPr>
        <p:spPr>
          <a:xfrm>
            <a:off x="9086088" y="1577340"/>
            <a:ext cx="2688336" cy="91440"/>
          </a:xfrm>
          <a:prstGeom prst="roundRect">
            <a:avLst>
              <a:gd name="adj" fmla="val 4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BB1D4CB5-8E92-FCFC-032A-8CF3D9EE2389}"/>
              </a:ext>
            </a:extLst>
          </p:cNvPr>
          <p:cNvSpPr/>
          <p:nvPr/>
        </p:nvSpPr>
        <p:spPr>
          <a:xfrm>
            <a:off x="9287256" y="1869948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3AB8FE8C-29E5-7F9D-6656-22C561487541}"/>
              </a:ext>
            </a:extLst>
          </p:cNvPr>
          <p:cNvSpPr/>
          <p:nvPr/>
        </p:nvSpPr>
        <p:spPr>
          <a:xfrm>
            <a:off x="9287256" y="18699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F7BEE3EE-0FBF-206F-775D-A7CC2BF4E53A}"/>
              </a:ext>
            </a:extLst>
          </p:cNvPr>
          <p:cNvSpPr/>
          <p:nvPr/>
        </p:nvSpPr>
        <p:spPr>
          <a:xfrm>
            <a:off x="9287256" y="24185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Withdrawal</a:t>
            </a:r>
            <a:endParaRPr lang="en-US" sz="140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8CF9B674-5F33-938C-6C58-35497C120F10}"/>
              </a:ext>
            </a:extLst>
          </p:cNvPr>
          <p:cNvSpPr/>
          <p:nvPr/>
        </p:nvSpPr>
        <p:spPr>
          <a:xfrm>
            <a:off x="9287256" y="27477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amount after balance check</a:t>
            </a:r>
            <a:endParaRPr lang="en-US" sz="1200" dirty="0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FA9EF21B-B019-B46D-CDA6-702A593DDFC5}"/>
              </a:ext>
            </a:extLst>
          </p:cNvPr>
          <p:cNvSpPr/>
          <p:nvPr/>
        </p:nvSpPr>
        <p:spPr>
          <a:xfrm>
            <a:off x="417576" y="3589020"/>
            <a:ext cx="268833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  <a:effectLst>
            <a:outerShdw blurRad="101600" dist="12700" dir="5400000" algn="bl" rotWithShape="0">
              <a:srgbClr val="B8C4D2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A227C287-FF75-D5C9-A4F7-EB549915E729}"/>
              </a:ext>
            </a:extLst>
          </p:cNvPr>
          <p:cNvSpPr/>
          <p:nvPr/>
        </p:nvSpPr>
        <p:spPr>
          <a:xfrm>
            <a:off x="417576" y="3589020"/>
            <a:ext cx="2688336" cy="91440"/>
          </a:xfrm>
          <a:prstGeom prst="roundRect">
            <a:avLst>
              <a:gd name="adj" fmla="val 4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E2F24C00-F4A9-D53E-52DE-299095E69CFB}"/>
              </a:ext>
            </a:extLst>
          </p:cNvPr>
          <p:cNvSpPr/>
          <p:nvPr/>
        </p:nvSpPr>
        <p:spPr>
          <a:xfrm>
            <a:off x="618744" y="3881628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3E850E12-4EE0-818C-01D2-3EA57937CCE3}"/>
              </a:ext>
            </a:extLst>
          </p:cNvPr>
          <p:cNvSpPr/>
          <p:nvPr/>
        </p:nvSpPr>
        <p:spPr>
          <a:xfrm>
            <a:off x="618744" y="38816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300" dirty="0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E3FA51D7-CE5C-27D5-805D-1F5D723014EE}"/>
              </a:ext>
            </a:extLst>
          </p:cNvPr>
          <p:cNvSpPr/>
          <p:nvPr/>
        </p:nvSpPr>
        <p:spPr>
          <a:xfrm>
            <a:off x="618744" y="44302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 Enquiry</a:t>
            </a:r>
            <a:endParaRPr lang="en-US" sz="1400" dirty="0"/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84CF47BA-18DA-8ABE-77B5-E49C2BC8CE4F}"/>
              </a:ext>
            </a:extLst>
          </p:cNvPr>
          <p:cNvSpPr/>
          <p:nvPr/>
        </p:nvSpPr>
        <p:spPr>
          <a:xfrm>
            <a:off x="618744" y="47594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current stored balance</a:t>
            </a:r>
            <a:endParaRPr lang="en-US" sz="1200" dirty="0"/>
          </a:p>
        </p:txBody>
      </p:sp>
      <p:sp>
        <p:nvSpPr>
          <p:cNvPr id="41" name="Shape 34">
            <a:extLst>
              <a:ext uri="{FF2B5EF4-FFF2-40B4-BE49-F238E27FC236}">
                <a16:creationId xmlns:a16="http://schemas.microsoft.com/office/drawing/2014/main" id="{216FF21C-6E82-EBF7-5511-07ECC98C288D}"/>
              </a:ext>
            </a:extLst>
          </p:cNvPr>
          <p:cNvSpPr/>
          <p:nvPr/>
        </p:nvSpPr>
        <p:spPr>
          <a:xfrm>
            <a:off x="3307080" y="3589020"/>
            <a:ext cx="268833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  <a:effectLst>
            <a:outerShdw blurRad="101600" dist="12700" dir="5400000" algn="bl" rotWithShape="0">
              <a:srgbClr val="B8C4D2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5">
            <a:extLst>
              <a:ext uri="{FF2B5EF4-FFF2-40B4-BE49-F238E27FC236}">
                <a16:creationId xmlns:a16="http://schemas.microsoft.com/office/drawing/2014/main" id="{9D4E7FF5-864D-C0B1-1C7B-888D1DF8D7C9}"/>
              </a:ext>
            </a:extLst>
          </p:cNvPr>
          <p:cNvSpPr/>
          <p:nvPr/>
        </p:nvSpPr>
        <p:spPr>
          <a:xfrm>
            <a:off x="3307080" y="3589020"/>
            <a:ext cx="2688336" cy="91440"/>
          </a:xfrm>
          <a:prstGeom prst="roundRect">
            <a:avLst>
              <a:gd name="adj" fmla="val 4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6">
            <a:extLst>
              <a:ext uri="{FF2B5EF4-FFF2-40B4-BE49-F238E27FC236}">
                <a16:creationId xmlns:a16="http://schemas.microsoft.com/office/drawing/2014/main" id="{28953E77-49C6-65CC-B14F-FFC48659C19C}"/>
              </a:ext>
            </a:extLst>
          </p:cNvPr>
          <p:cNvSpPr/>
          <p:nvPr/>
        </p:nvSpPr>
        <p:spPr>
          <a:xfrm>
            <a:off x="3508248" y="3881628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7">
            <a:extLst>
              <a:ext uri="{FF2B5EF4-FFF2-40B4-BE49-F238E27FC236}">
                <a16:creationId xmlns:a16="http://schemas.microsoft.com/office/drawing/2014/main" id="{B97893C8-BE0F-1460-5F0E-EB158A78C47A}"/>
              </a:ext>
            </a:extLst>
          </p:cNvPr>
          <p:cNvSpPr/>
          <p:nvPr/>
        </p:nvSpPr>
        <p:spPr>
          <a:xfrm>
            <a:off x="3508248" y="38816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300" dirty="0"/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AE567772-C19E-FACB-83FA-6B8771523B34}"/>
              </a:ext>
            </a:extLst>
          </p:cNvPr>
          <p:cNvSpPr/>
          <p:nvPr/>
        </p:nvSpPr>
        <p:spPr>
          <a:xfrm>
            <a:off x="3508248" y="44302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 Details</a:t>
            </a:r>
            <a:endParaRPr lang="en-US" sz="1400" dirty="0"/>
          </a:p>
        </p:txBody>
      </p:sp>
      <p:sp>
        <p:nvSpPr>
          <p:cNvPr id="46" name="Text 39">
            <a:extLst>
              <a:ext uri="{FF2B5EF4-FFF2-40B4-BE49-F238E27FC236}">
                <a16:creationId xmlns:a16="http://schemas.microsoft.com/office/drawing/2014/main" id="{1D7F0892-8FD4-43FF-6A9A-58EF92570298}"/>
              </a:ext>
            </a:extLst>
          </p:cNvPr>
          <p:cNvSpPr/>
          <p:nvPr/>
        </p:nvSpPr>
        <p:spPr>
          <a:xfrm>
            <a:off x="3508248" y="47594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full account record</a:t>
            </a:r>
            <a:endParaRPr lang="en-US" sz="1200" dirty="0"/>
          </a:p>
        </p:txBody>
      </p:sp>
      <p:sp>
        <p:nvSpPr>
          <p:cNvPr id="47" name="Shape 40">
            <a:extLst>
              <a:ext uri="{FF2B5EF4-FFF2-40B4-BE49-F238E27FC236}">
                <a16:creationId xmlns:a16="http://schemas.microsoft.com/office/drawing/2014/main" id="{BE68A269-9796-6463-F40B-58E7343A2CE9}"/>
              </a:ext>
            </a:extLst>
          </p:cNvPr>
          <p:cNvSpPr/>
          <p:nvPr/>
        </p:nvSpPr>
        <p:spPr>
          <a:xfrm>
            <a:off x="6196584" y="3589020"/>
            <a:ext cx="268833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07B1E"/>
            </a:solidFill>
            <a:prstDash val="solid"/>
          </a:ln>
          <a:effectLst>
            <a:outerShdw blurRad="101600" dist="12700" dir="5400000" algn="bl" rotWithShape="0">
              <a:srgbClr val="B8C4D2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1">
            <a:extLst>
              <a:ext uri="{FF2B5EF4-FFF2-40B4-BE49-F238E27FC236}">
                <a16:creationId xmlns:a16="http://schemas.microsoft.com/office/drawing/2014/main" id="{8117776D-5687-C64E-5595-6ADB590EE0E4}"/>
              </a:ext>
            </a:extLst>
          </p:cNvPr>
          <p:cNvSpPr/>
          <p:nvPr/>
        </p:nvSpPr>
        <p:spPr>
          <a:xfrm>
            <a:off x="6196584" y="3589020"/>
            <a:ext cx="2688336" cy="91440"/>
          </a:xfrm>
          <a:prstGeom prst="roundRect">
            <a:avLst>
              <a:gd name="adj" fmla="val 40000"/>
            </a:avLst>
          </a:prstGeom>
          <a:solidFill>
            <a:srgbClr val="E07B1E"/>
          </a:solidFill>
          <a:ln w="12700">
            <a:solidFill>
              <a:srgbClr val="E07B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2">
            <a:extLst>
              <a:ext uri="{FF2B5EF4-FFF2-40B4-BE49-F238E27FC236}">
                <a16:creationId xmlns:a16="http://schemas.microsoft.com/office/drawing/2014/main" id="{B280E393-BBED-85A9-E139-2F8E3ACBB96E}"/>
              </a:ext>
            </a:extLst>
          </p:cNvPr>
          <p:cNvSpPr/>
          <p:nvPr/>
        </p:nvSpPr>
        <p:spPr>
          <a:xfrm>
            <a:off x="6397752" y="3881628"/>
            <a:ext cx="457200" cy="457200"/>
          </a:xfrm>
          <a:prstGeom prst="ellipse">
            <a:avLst/>
          </a:prstGeom>
          <a:solidFill>
            <a:srgbClr val="E07B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3">
            <a:extLst>
              <a:ext uri="{FF2B5EF4-FFF2-40B4-BE49-F238E27FC236}">
                <a16:creationId xmlns:a16="http://schemas.microsoft.com/office/drawing/2014/main" id="{4B1AA4E5-557E-CFBA-EA44-4DE10A1051B7}"/>
              </a:ext>
            </a:extLst>
          </p:cNvPr>
          <p:cNvSpPr/>
          <p:nvPr/>
        </p:nvSpPr>
        <p:spPr>
          <a:xfrm>
            <a:off x="6397752" y="38816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300" dirty="0"/>
          </a:p>
        </p:txBody>
      </p:sp>
      <p:sp>
        <p:nvSpPr>
          <p:cNvPr id="51" name="Text 44">
            <a:extLst>
              <a:ext uri="{FF2B5EF4-FFF2-40B4-BE49-F238E27FC236}">
                <a16:creationId xmlns:a16="http://schemas.microsoft.com/office/drawing/2014/main" id="{92CF3D10-BDB7-E5BB-F960-34730B3D4807}"/>
              </a:ext>
            </a:extLst>
          </p:cNvPr>
          <p:cNvSpPr/>
          <p:nvPr/>
        </p:nvSpPr>
        <p:spPr>
          <a:xfrm>
            <a:off x="6397752" y="44302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E07B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History</a:t>
            </a:r>
            <a:endParaRPr lang="en-US" sz="1400" dirty="0"/>
          </a:p>
        </p:txBody>
      </p:sp>
      <p:sp>
        <p:nvSpPr>
          <p:cNvPr id="52" name="Text 45">
            <a:extLst>
              <a:ext uri="{FF2B5EF4-FFF2-40B4-BE49-F238E27FC236}">
                <a16:creationId xmlns:a16="http://schemas.microsoft.com/office/drawing/2014/main" id="{0D02F776-85F8-9D78-216F-3AC540FFDF1A}"/>
              </a:ext>
            </a:extLst>
          </p:cNvPr>
          <p:cNvSpPr/>
          <p:nvPr/>
        </p:nvSpPr>
        <p:spPr>
          <a:xfrm>
            <a:off x="6397752" y="47594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past operations</a:t>
            </a:r>
            <a:endParaRPr lang="en-US" sz="1200" dirty="0"/>
          </a:p>
        </p:txBody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785F83E5-52A0-9329-24DA-ECAF3AFD83A5}"/>
              </a:ext>
            </a:extLst>
          </p:cNvPr>
          <p:cNvSpPr/>
          <p:nvPr/>
        </p:nvSpPr>
        <p:spPr>
          <a:xfrm>
            <a:off x="9086088" y="3589020"/>
            <a:ext cx="268833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6A3E9C"/>
            </a:solidFill>
            <a:prstDash val="solid"/>
          </a:ln>
          <a:effectLst>
            <a:outerShdw blurRad="101600" dist="12700" dir="5400000" algn="bl" rotWithShape="0">
              <a:srgbClr val="B8C4D2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47">
            <a:extLst>
              <a:ext uri="{FF2B5EF4-FFF2-40B4-BE49-F238E27FC236}">
                <a16:creationId xmlns:a16="http://schemas.microsoft.com/office/drawing/2014/main" id="{6884E137-E9A3-0F5A-85CF-0391E8DF7B21}"/>
              </a:ext>
            </a:extLst>
          </p:cNvPr>
          <p:cNvSpPr/>
          <p:nvPr/>
        </p:nvSpPr>
        <p:spPr>
          <a:xfrm>
            <a:off x="9086088" y="3589020"/>
            <a:ext cx="2688336" cy="91440"/>
          </a:xfrm>
          <a:prstGeom prst="roundRect">
            <a:avLst>
              <a:gd name="adj" fmla="val 40000"/>
            </a:avLst>
          </a:prstGeom>
          <a:solidFill>
            <a:srgbClr val="6A3E9C"/>
          </a:solidFill>
          <a:ln w="12700">
            <a:solidFill>
              <a:srgbClr val="6A3E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48">
            <a:extLst>
              <a:ext uri="{FF2B5EF4-FFF2-40B4-BE49-F238E27FC236}">
                <a16:creationId xmlns:a16="http://schemas.microsoft.com/office/drawing/2014/main" id="{96AE0BED-C1F0-E114-F0AA-FD06C0B14C01}"/>
              </a:ext>
            </a:extLst>
          </p:cNvPr>
          <p:cNvSpPr/>
          <p:nvPr/>
        </p:nvSpPr>
        <p:spPr>
          <a:xfrm>
            <a:off x="9287256" y="3881628"/>
            <a:ext cx="457200" cy="457200"/>
          </a:xfrm>
          <a:prstGeom prst="ellipse">
            <a:avLst/>
          </a:prstGeom>
          <a:solidFill>
            <a:srgbClr val="6A3E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49">
            <a:extLst>
              <a:ext uri="{FF2B5EF4-FFF2-40B4-BE49-F238E27FC236}">
                <a16:creationId xmlns:a16="http://schemas.microsoft.com/office/drawing/2014/main" id="{2CEBDE56-158B-3F5D-9297-E220E0C9CDAB}"/>
              </a:ext>
            </a:extLst>
          </p:cNvPr>
          <p:cNvSpPr/>
          <p:nvPr/>
        </p:nvSpPr>
        <p:spPr>
          <a:xfrm>
            <a:off x="9287256" y="38816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300" dirty="0"/>
          </a:p>
        </p:txBody>
      </p:sp>
      <p:sp>
        <p:nvSpPr>
          <p:cNvPr id="57" name="Text 50">
            <a:extLst>
              <a:ext uri="{FF2B5EF4-FFF2-40B4-BE49-F238E27FC236}">
                <a16:creationId xmlns:a16="http://schemas.microsoft.com/office/drawing/2014/main" id="{763DD28D-EC0E-225B-F65B-DF7C11F1D6A6}"/>
              </a:ext>
            </a:extLst>
          </p:cNvPr>
          <p:cNvSpPr/>
          <p:nvPr/>
        </p:nvSpPr>
        <p:spPr>
          <a:xfrm>
            <a:off x="9287256" y="44302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6A3E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 Closure</a:t>
            </a:r>
            <a:endParaRPr lang="en-US" sz="1400" dirty="0"/>
          </a:p>
        </p:txBody>
      </p:sp>
      <p:sp>
        <p:nvSpPr>
          <p:cNvPr id="58" name="Text 51">
            <a:extLst>
              <a:ext uri="{FF2B5EF4-FFF2-40B4-BE49-F238E27FC236}">
                <a16:creationId xmlns:a16="http://schemas.microsoft.com/office/drawing/2014/main" id="{571FDE2F-1D31-016B-0A0F-4FB17087D79B}"/>
              </a:ext>
            </a:extLst>
          </p:cNvPr>
          <p:cNvSpPr/>
          <p:nvPr/>
        </p:nvSpPr>
        <p:spPr>
          <a:xfrm>
            <a:off x="9287256" y="47594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and settle account</a:t>
            </a:r>
            <a:endParaRPr lang="en-US" sz="1200" dirty="0"/>
          </a:p>
        </p:txBody>
      </p:sp>
      <p:sp>
        <p:nvSpPr>
          <p:cNvPr id="60" name="Title 59">
            <a:extLst>
              <a:ext uri="{FF2B5EF4-FFF2-40B4-BE49-F238E27FC236}">
                <a16:creationId xmlns:a16="http://schemas.microsoft.com/office/drawing/2014/main" id="{EEC26B05-B910-5CD6-B710-4A3AF909A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397124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/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2046499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5A1CA7FB-F449-8C6A-9FA8-46C533DA2EC3}"/>
              </a:ext>
            </a:extLst>
          </p:cNvPr>
          <p:cNvGrpSpPr/>
          <p:nvPr/>
        </p:nvGrpSpPr>
        <p:grpSpPr>
          <a:xfrm>
            <a:off x="3175890" y="0"/>
            <a:ext cx="5334000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62CE4CC8-56E8-ACC0-A8BB-A34C0E834A7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793980DB-A7CA-4B8A-159B-1E004256384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D4BD8DD9-F9F6-474B-97F3-6A53D5D7971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C1E59FA-1A75-FCFA-51EB-1EACDB625CA1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AD58840-ED07-0C4E-79F7-99436C2AD31D}"/>
              </a:ext>
            </a:extLst>
          </p:cNvPr>
          <p:cNvSpPr txBox="1"/>
          <p:nvPr/>
        </p:nvSpPr>
        <p:spPr>
          <a:xfrm>
            <a:off x="4126761" y="268281"/>
            <a:ext cx="6095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en-US" sz="1800" b="1" kern="1200" dirty="0">
                <a:solidFill>
                  <a:schemeClr val="bg1"/>
                </a:solidFill>
                <a:effectLst/>
                <a:latin typeface="+mn-lt"/>
                <a:ea typeface="Montserrat" panose="00000500000000000000" pitchFamily="2" charset="0"/>
                <a:cs typeface="Montserrat" panose="00000500000000000000" pitchFamily="2" charset="0"/>
              </a:rPr>
              <a:t>Inputs &amp; Expected Outputs</a:t>
            </a:r>
            <a:endParaRPr lang="en-IN" dirty="0">
              <a:solidFill>
                <a:schemeClr val="bg1"/>
              </a:solidFill>
              <a:effectLst/>
            </a:endParaRPr>
          </a:p>
        </p:txBody>
      </p:sp>
      <p:pic>
        <p:nvPicPr>
          <p:cNvPr id="9" name="table">
            <a:extLst>
              <a:ext uri="{FF2B5EF4-FFF2-40B4-BE49-F238E27FC236}">
                <a16:creationId xmlns:a16="http://schemas.microsoft.com/office/drawing/2014/main" id="{7E2BCF2E-3DFF-20BE-C113-B8A368604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604" y="1252728"/>
            <a:ext cx="10908792" cy="435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88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E8B082-2F68-564B-88A4-A447C3328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126" y="0"/>
            <a:ext cx="5334000" cy="1200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69C60-BCF1-AD33-1300-E1CEAC71826E}"/>
              </a:ext>
            </a:extLst>
          </p:cNvPr>
          <p:cNvSpPr txBox="1"/>
          <p:nvPr/>
        </p:nvSpPr>
        <p:spPr>
          <a:xfrm>
            <a:off x="4615860" y="222731"/>
            <a:ext cx="6095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en-US" sz="1800" b="1" kern="1200" dirty="0">
                <a:solidFill>
                  <a:schemeClr val="bg1"/>
                </a:solidFill>
                <a:effectLst/>
                <a:latin typeface="+mn-lt"/>
                <a:ea typeface="Montserrat" panose="00000500000000000000" pitchFamily="2" charset="0"/>
                <a:cs typeface="Montserrat" panose="00000500000000000000" pitchFamily="2" charset="0"/>
              </a:rPr>
              <a:t>Algorithms Used</a:t>
            </a:r>
            <a:endParaRPr lang="en-IN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9072CD5-420A-448E-4C2B-3D63599EA109}"/>
              </a:ext>
            </a:extLst>
          </p:cNvPr>
          <p:cNvSpPr/>
          <p:nvPr/>
        </p:nvSpPr>
        <p:spPr>
          <a:xfrm>
            <a:off x="362712" y="1257300"/>
            <a:ext cx="3566160" cy="43434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F1EC853-4DC2-1E1A-96C4-0606F0643B74}"/>
              </a:ext>
            </a:extLst>
          </p:cNvPr>
          <p:cNvSpPr/>
          <p:nvPr/>
        </p:nvSpPr>
        <p:spPr>
          <a:xfrm>
            <a:off x="362712" y="1257300"/>
            <a:ext cx="3566160" cy="621792"/>
          </a:xfrm>
          <a:prstGeom prst="roundRect">
            <a:avLst>
              <a:gd name="adj" fmla="val 1470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6D65FA-154D-DB5B-8949-17CBAA5DE1B2}"/>
              </a:ext>
            </a:extLst>
          </p:cNvPr>
          <p:cNvSpPr/>
          <p:nvPr/>
        </p:nvSpPr>
        <p:spPr>
          <a:xfrm>
            <a:off x="545592" y="125730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 Creation Algorithm</a:t>
            </a:r>
            <a:endParaRPr lang="en-US" sz="14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DA292E8-FD88-8B64-E47E-C53A530CE779}"/>
              </a:ext>
            </a:extLst>
          </p:cNvPr>
          <p:cNvSpPr/>
          <p:nvPr/>
        </p:nvSpPr>
        <p:spPr>
          <a:xfrm>
            <a:off x="591312" y="21076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94AC5AE-1FE9-9F61-0F6B-8E0AEAEA29FA}"/>
              </a:ext>
            </a:extLst>
          </p:cNvPr>
          <p:cNvSpPr/>
          <p:nvPr/>
        </p:nvSpPr>
        <p:spPr>
          <a:xfrm>
            <a:off x="591312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D966828-1EFD-7945-BE14-E2654579E5A8}"/>
              </a:ext>
            </a:extLst>
          </p:cNvPr>
          <p:cNvSpPr/>
          <p:nvPr/>
        </p:nvSpPr>
        <p:spPr>
          <a:xfrm>
            <a:off x="1075944" y="20528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customer details</a:t>
            </a:r>
            <a:endParaRPr lang="en-US" sz="13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F1A7A34-D5CA-0BF3-410A-42E1F0D5727A}"/>
              </a:ext>
            </a:extLst>
          </p:cNvPr>
          <p:cNvSpPr/>
          <p:nvPr/>
        </p:nvSpPr>
        <p:spPr>
          <a:xfrm>
            <a:off x="591312" y="27934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88ED693-9E1D-9F23-5CD9-4C0536DE3122}"/>
              </a:ext>
            </a:extLst>
          </p:cNvPr>
          <p:cNvSpPr/>
          <p:nvPr/>
        </p:nvSpPr>
        <p:spPr>
          <a:xfrm>
            <a:off x="591312" y="27934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C7DBC22-6CA0-07B9-44ED-65EC1CFCC80D}"/>
              </a:ext>
            </a:extLst>
          </p:cNvPr>
          <p:cNvSpPr/>
          <p:nvPr/>
        </p:nvSpPr>
        <p:spPr>
          <a:xfrm>
            <a:off x="1075944" y="27386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13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ED95478-9D5C-A6BA-7236-A92EA8AD5010}"/>
              </a:ext>
            </a:extLst>
          </p:cNvPr>
          <p:cNvSpPr/>
          <p:nvPr/>
        </p:nvSpPr>
        <p:spPr>
          <a:xfrm>
            <a:off x="591312" y="34792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3A8D74A-C07E-2468-0506-59531D9EFF2B}"/>
              </a:ext>
            </a:extLst>
          </p:cNvPr>
          <p:cNvSpPr/>
          <p:nvPr/>
        </p:nvSpPr>
        <p:spPr>
          <a:xfrm>
            <a:off x="591312" y="34792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8DFC79B-3CF8-FCD0-88BF-3364ECCA6FEA}"/>
              </a:ext>
            </a:extLst>
          </p:cNvPr>
          <p:cNvSpPr/>
          <p:nvPr/>
        </p:nvSpPr>
        <p:spPr>
          <a:xfrm>
            <a:off x="1075944" y="34244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/ store account info</a:t>
            </a:r>
            <a:endParaRPr lang="en-US" sz="13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E167AAA-786E-0276-704F-AD55721EFA1D}"/>
              </a:ext>
            </a:extLst>
          </p:cNvPr>
          <p:cNvSpPr/>
          <p:nvPr/>
        </p:nvSpPr>
        <p:spPr>
          <a:xfrm>
            <a:off x="591312" y="41650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45781E9-1A00-822C-D721-8938757A56B1}"/>
              </a:ext>
            </a:extLst>
          </p:cNvPr>
          <p:cNvSpPr/>
          <p:nvPr/>
        </p:nvSpPr>
        <p:spPr>
          <a:xfrm>
            <a:off x="591312" y="41650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974EA29-D646-E98C-ADC6-E1DC05A82E77}"/>
              </a:ext>
            </a:extLst>
          </p:cNvPr>
          <p:cNvSpPr/>
          <p:nvPr/>
        </p:nvSpPr>
        <p:spPr>
          <a:xfrm>
            <a:off x="1075944" y="41102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initial balance</a:t>
            </a:r>
            <a:endParaRPr lang="en-US" sz="13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FD87C2D-2093-E455-DE73-6030004DD728}"/>
              </a:ext>
            </a:extLst>
          </p:cNvPr>
          <p:cNvSpPr/>
          <p:nvPr/>
        </p:nvSpPr>
        <p:spPr>
          <a:xfrm>
            <a:off x="591312" y="48508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EC09580-7516-2E73-E720-EE3A7F10C813}"/>
              </a:ext>
            </a:extLst>
          </p:cNvPr>
          <p:cNvSpPr/>
          <p:nvPr/>
        </p:nvSpPr>
        <p:spPr>
          <a:xfrm>
            <a:off x="591312" y="48508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770DA40-F46A-5960-616E-C3B14D63CA24}"/>
              </a:ext>
            </a:extLst>
          </p:cNvPr>
          <p:cNvSpPr/>
          <p:nvPr/>
        </p:nvSpPr>
        <p:spPr>
          <a:xfrm>
            <a:off x="1075944" y="47960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confirmation</a:t>
            </a:r>
            <a:endParaRPr lang="en-US" sz="13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2A225A9-C6C4-7EF3-B321-3AB80852F68F}"/>
              </a:ext>
            </a:extLst>
          </p:cNvPr>
          <p:cNvSpPr/>
          <p:nvPr/>
        </p:nvSpPr>
        <p:spPr>
          <a:xfrm>
            <a:off x="4312920" y="1257300"/>
            <a:ext cx="3566160" cy="43434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E07B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A42DDC4-714F-5E9E-46A3-0F05645DE542}"/>
              </a:ext>
            </a:extLst>
          </p:cNvPr>
          <p:cNvSpPr/>
          <p:nvPr/>
        </p:nvSpPr>
        <p:spPr>
          <a:xfrm>
            <a:off x="4312920" y="1257300"/>
            <a:ext cx="3566160" cy="621792"/>
          </a:xfrm>
          <a:prstGeom prst="roundRect">
            <a:avLst>
              <a:gd name="adj" fmla="val 14706"/>
            </a:avLst>
          </a:prstGeom>
          <a:solidFill>
            <a:srgbClr val="E07B1E"/>
          </a:solidFill>
          <a:ln w="12700">
            <a:solidFill>
              <a:srgbClr val="E07B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BAD889E-06AB-C396-0BE8-CAA8FEF433BC}"/>
              </a:ext>
            </a:extLst>
          </p:cNvPr>
          <p:cNvSpPr/>
          <p:nvPr/>
        </p:nvSpPr>
        <p:spPr>
          <a:xfrm>
            <a:off x="4495800" y="125730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Deposit Algorithm</a:t>
            </a:r>
            <a:endParaRPr lang="en-US" sz="14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5DD29F5-B58E-59B4-5188-CFC7770563E1}"/>
              </a:ext>
            </a:extLst>
          </p:cNvPr>
          <p:cNvSpPr/>
          <p:nvPr/>
        </p:nvSpPr>
        <p:spPr>
          <a:xfrm>
            <a:off x="4541520" y="21076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B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1E9F369-F632-E7A5-4E79-08343F1441C2}"/>
              </a:ext>
            </a:extLst>
          </p:cNvPr>
          <p:cNvSpPr/>
          <p:nvPr/>
        </p:nvSpPr>
        <p:spPr>
          <a:xfrm>
            <a:off x="454152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E07B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E6F957E-34E8-7CE3-B575-BC5D1C469120}"/>
              </a:ext>
            </a:extLst>
          </p:cNvPr>
          <p:cNvSpPr/>
          <p:nvPr/>
        </p:nvSpPr>
        <p:spPr>
          <a:xfrm>
            <a:off x="5026152" y="20528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account</a:t>
            </a:r>
            <a:endParaRPr lang="en-US" sz="13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ED4BDE5-8286-AF46-97AA-AB6ECBDED7CA}"/>
              </a:ext>
            </a:extLst>
          </p:cNvPr>
          <p:cNvSpPr/>
          <p:nvPr/>
        </p:nvSpPr>
        <p:spPr>
          <a:xfrm>
            <a:off x="4541520" y="27934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B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07B912C-84FB-A68C-5386-427774926F06}"/>
              </a:ext>
            </a:extLst>
          </p:cNvPr>
          <p:cNvSpPr/>
          <p:nvPr/>
        </p:nvSpPr>
        <p:spPr>
          <a:xfrm>
            <a:off x="4541520" y="27934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E07B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7065805-E21A-31FF-2222-47803F20BA42}"/>
              </a:ext>
            </a:extLst>
          </p:cNvPr>
          <p:cNvSpPr/>
          <p:nvPr/>
        </p:nvSpPr>
        <p:spPr>
          <a:xfrm>
            <a:off x="5026152" y="27386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amount</a:t>
            </a:r>
            <a:endParaRPr lang="en-US" sz="13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16DF1EE-651B-2658-792B-6C6258F829C6}"/>
              </a:ext>
            </a:extLst>
          </p:cNvPr>
          <p:cNvSpPr/>
          <p:nvPr/>
        </p:nvSpPr>
        <p:spPr>
          <a:xfrm>
            <a:off x="4541520" y="34792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B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EE214C9-DE2D-1254-DEEA-DB94D94BDD72}"/>
              </a:ext>
            </a:extLst>
          </p:cNvPr>
          <p:cNvSpPr/>
          <p:nvPr/>
        </p:nvSpPr>
        <p:spPr>
          <a:xfrm>
            <a:off x="4541520" y="34792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E07B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F1AC930-CEC2-DB27-36BA-6DCAF2E89A53}"/>
              </a:ext>
            </a:extLst>
          </p:cNvPr>
          <p:cNvSpPr/>
          <p:nvPr/>
        </p:nvSpPr>
        <p:spPr>
          <a:xfrm>
            <a:off x="5026152" y="34244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amount to balance</a:t>
            </a:r>
            <a:endParaRPr lang="en-US" sz="13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FECF1BD-C74C-EFD1-F982-5752610765ED}"/>
              </a:ext>
            </a:extLst>
          </p:cNvPr>
          <p:cNvSpPr/>
          <p:nvPr/>
        </p:nvSpPr>
        <p:spPr>
          <a:xfrm>
            <a:off x="4541520" y="41650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B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054DEE8-7556-CFFC-BAA4-6413E91CFAD6}"/>
              </a:ext>
            </a:extLst>
          </p:cNvPr>
          <p:cNvSpPr/>
          <p:nvPr/>
        </p:nvSpPr>
        <p:spPr>
          <a:xfrm>
            <a:off x="4541520" y="41650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E07B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0EE7084-65E0-49C2-041B-AFC751533158}"/>
              </a:ext>
            </a:extLst>
          </p:cNvPr>
          <p:cNvSpPr/>
          <p:nvPr/>
        </p:nvSpPr>
        <p:spPr>
          <a:xfrm>
            <a:off x="5026152" y="41102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account record</a:t>
            </a:r>
            <a:endParaRPr lang="en-US" sz="13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E76DE76-BC45-9583-C02E-0F904C4729E6}"/>
              </a:ext>
            </a:extLst>
          </p:cNvPr>
          <p:cNvSpPr/>
          <p:nvPr/>
        </p:nvSpPr>
        <p:spPr>
          <a:xfrm>
            <a:off x="4541520" y="48508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B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ED5B7FC-0815-9B4E-EE8B-8837CDB8BCDD}"/>
              </a:ext>
            </a:extLst>
          </p:cNvPr>
          <p:cNvSpPr/>
          <p:nvPr/>
        </p:nvSpPr>
        <p:spPr>
          <a:xfrm>
            <a:off x="4541520" y="48508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E07B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7515009-788E-87A6-5209-694EDBAEE3D3}"/>
              </a:ext>
            </a:extLst>
          </p:cNvPr>
          <p:cNvSpPr/>
          <p:nvPr/>
        </p:nvSpPr>
        <p:spPr>
          <a:xfrm>
            <a:off x="5026152" y="47960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new balance</a:t>
            </a:r>
            <a:endParaRPr lang="en-US" sz="13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D870047-1E74-978E-D145-7A1A92230ADE}"/>
              </a:ext>
            </a:extLst>
          </p:cNvPr>
          <p:cNvSpPr/>
          <p:nvPr/>
        </p:nvSpPr>
        <p:spPr>
          <a:xfrm>
            <a:off x="8263128" y="1257300"/>
            <a:ext cx="3566160" cy="43434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1C7B096-A1D4-BC65-25BF-60C7D5829A9C}"/>
              </a:ext>
            </a:extLst>
          </p:cNvPr>
          <p:cNvSpPr/>
          <p:nvPr/>
        </p:nvSpPr>
        <p:spPr>
          <a:xfrm>
            <a:off x="8263128" y="1257300"/>
            <a:ext cx="3566160" cy="621792"/>
          </a:xfrm>
          <a:prstGeom prst="roundRect">
            <a:avLst>
              <a:gd name="adj" fmla="val 1470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810BD7C-15BC-CB48-8A25-705F42D43EDE}"/>
              </a:ext>
            </a:extLst>
          </p:cNvPr>
          <p:cNvSpPr/>
          <p:nvPr/>
        </p:nvSpPr>
        <p:spPr>
          <a:xfrm>
            <a:off x="8446008" y="125730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Withdrawal Algorithm</a:t>
            </a:r>
            <a:endParaRPr lang="en-US" sz="145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121666E-AAD3-0231-3532-D3B654CD30C8}"/>
              </a:ext>
            </a:extLst>
          </p:cNvPr>
          <p:cNvSpPr/>
          <p:nvPr/>
        </p:nvSpPr>
        <p:spPr>
          <a:xfrm>
            <a:off x="8491728" y="21076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6E8957A-0455-4278-4FF2-A70B71D97EC6}"/>
              </a:ext>
            </a:extLst>
          </p:cNvPr>
          <p:cNvSpPr/>
          <p:nvPr/>
        </p:nvSpPr>
        <p:spPr>
          <a:xfrm>
            <a:off x="8491728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956591EE-07EF-40AE-7C48-730A3698FE7F}"/>
              </a:ext>
            </a:extLst>
          </p:cNvPr>
          <p:cNvSpPr/>
          <p:nvPr/>
        </p:nvSpPr>
        <p:spPr>
          <a:xfrm>
            <a:off x="8976360" y="20528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account</a:t>
            </a:r>
            <a:endParaRPr lang="en-US" sz="13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F9EA079A-F1EE-EE18-427F-3CCAC361B45D}"/>
              </a:ext>
            </a:extLst>
          </p:cNvPr>
          <p:cNvSpPr/>
          <p:nvPr/>
        </p:nvSpPr>
        <p:spPr>
          <a:xfrm>
            <a:off x="8491728" y="27934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92AB3152-126D-1594-D070-C4E1C838D05C}"/>
              </a:ext>
            </a:extLst>
          </p:cNvPr>
          <p:cNvSpPr/>
          <p:nvPr/>
        </p:nvSpPr>
        <p:spPr>
          <a:xfrm>
            <a:off x="8491728" y="27934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815EF165-FE7B-4532-D6DA-7AFE99B55692}"/>
              </a:ext>
            </a:extLst>
          </p:cNvPr>
          <p:cNvSpPr/>
          <p:nvPr/>
        </p:nvSpPr>
        <p:spPr>
          <a:xfrm>
            <a:off x="8976360" y="27386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amount</a:t>
            </a:r>
            <a:endParaRPr lang="en-US" sz="135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EE2EA37B-0FE1-7153-D9C6-881096875DBD}"/>
              </a:ext>
            </a:extLst>
          </p:cNvPr>
          <p:cNvSpPr/>
          <p:nvPr/>
        </p:nvSpPr>
        <p:spPr>
          <a:xfrm>
            <a:off x="8491728" y="34792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CC43DE42-2790-6296-2E28-AA8B40C60AEA}"/>
              </a:ext>
            </a:extLst>
          </p:cNvPr>
          <p:cNvSpPr/>
          <p:nvPr/>
        </p:nvSpPr>
        <p:spPr>
          <a:xfrm>
            <a:off x="8491728" y="34792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4B436B9-0D9A-471C-B4C6-A4325A6E1A1B}"/>
              </a:ext>
            </a:extLst>
          </p:cNvPr>
          <p:cNvSpPr/>
          <p:nvPr/>
        </p:nvSpPr>
        <p:spPr>
          <a:xfrm>
            <a:off x="8976360" y="34244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available balance</a:t>
            </a:r>
            <a:endParaRPr lang="en-US" sz="135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FEFB722-E69D-22FC-D442-ED2A8553102E}"/>
              </a:ext>
            </a:extLst>
          </p:cNvPr>
          <p:cNvSpPr/>
          <p:nvPr/>
        </p:nvSpPr>
        <p:spPr>
          <a:xfrm>
            <a:off x="8491728" y="41650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4A0C929-7209-8756-7559-E449EDC2A584}"/>
              </a:ext>
            </a:extLst>
          </p:cNvPr>
          <p:cNvSpPr/>
          <p:nvPr/>
        </p:nvSpPr>
        <p:spPr>
          <a:xfrm>
            <a:off x="8491728" y="41650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C434C8A3-D3A2-C9F5-6997-6B213E91E572}"/>
              </a:ext>
            </a:extLst>
          </p:cNvPr>
          <p:cNvSpPr/>
          <p:nvPr/>
        </p:nvSpPr>
        <p:spPr>
          <a:xfrm>
            <a:off x="8976360" y="41102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amount if sufficient</a:t>
            </a:r>
            <a:endParaRPr lang="en-US" sz="135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BBB16081-7547-67ED-F7A6-A7F4AF4A5BA7}"/>
              </a:ext>
            </a:extLst>
          </p:cNvPr>
          <p:cNvSpPr/>
          <p:nvPr/>
        </p:nvSpPr>
        <p:spPr>
          <a:xfrm>
            <a:off x="8491728" y="485089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C112103B-0212-2B81-5A41-0ACBDA76FE71}"/>
              </a:ext>
            </a:extLst>
          </p:cNvPr>
          <p:cNvSpPr/>
          <p:nvPr/>
        </p:nvSpPr>
        <p:spPr>
          <a:xfrm>
            <a:off x="8491728" y="48508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BA4B66A2-624D-8ED9-5C69-A67077A353B1}"/>
              </a:ext>
            </a:extLst>
          </p:cNvPr>
          <p:cNvSpPr/>
          <p:nvPr/>
        </p:nvSpPr>
        <p:spPr>
          <a:xfrm>
            <a:off x="8976360" y="47960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transaction result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728576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899C25-E706-B3F4-1367-023AEDD8444C}"/>
              </a:ext>
            </a:extLst>
          </p:cNvPr>
          <p:cNvSpPr txBox="1"/>
          <p:nvPr/>
        </p:nvSpPr>
        <p:spPr>
          <a:xfrm>
            <a:off x="717698" y="1609803"/>
            <a:ext cx="11562907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</a:t>
            </a:r>
            <a:r>
              <a:rPr lang="en-IN" sz="2200" b="1" dirty="0"/>
              <a:t>Data Design</a:t>
            </a:r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+mn-lt"/>
              </a:rPr>
              <a:t>BankAccount</a:t>
            </a:r>
            <a:r>
              <a:rPr lang="en-IN" sz="2000" dirty="0"/>
              <a:t> class represents an account.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Stores </a:t>
            </a:r>
            <a:r>
              <a:rPr lang="en-IN" sz="2000" b="1" dirty="0"/>
              <a:t>Account Number, Customer Name, and Balance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Account number is validated to contain </a:t>
            </a:r>
            <a:r>
              <a:rPr lang="en-IN" sz="2000" b="1" dirty="0"/>
              <a:t>at least 12 digits</a:t>
            </a:r>
            <a:r>
              <a:rPr lang="en-IN" sz="2000" dirty="0"/>
              <a:t>. </a:t>
            </a:r>
          </a:p>
          <a:p>
            <a:pPr>
              <a:buNone/>
            </a:pPr>
            <a:r>
              <a:rPr lang="en-IN" b="1" dirty="0"/>
              <a:t>2</a:t>
            </a:r>
            <a:r>
              <a:rPr lang="en-IN" sz="2200" b="1" dirty="0"/>
              <a:t>. Data Storage</a:t>
            </a:r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Account details are stored temporarily in </a:t>
            </a:r>
            <a:r>
              <a:rPr lang="en-IN" sz="2000" b="1" dirty="0"/>
              <a:t>C++ class/object variables</a:t>
            </a:r>
            <a:r>
              <a:rPr lang="en-IN" sz="2000" dirty="0"/>
              <a:t> during program execution.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Deposit and withdrawal operations update the balance.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No permanent database is currently connected</a:t>
            </a:r>
            <a:r>
              <a:rPr lang="en-IN" dirty="0"/>
              <a:t>. </a:t>
            </a:r>
          </a:p>
          <a:p>
            <a:pPr>
              <a:buNone/>
            </a:pPr>
            <a:r>
              <a:rPr lang="en-IN" sz="2200" b="1" dirty="0"/>
              <a:t>3. Future Database Design</a:t>
            </a:r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 database such as </a:t>
            </a:r>
            <a:r>
              <a:rPr lang="en-IN" sz="2000" b="1" dirty="0"/>
              <a:t>MySQL</a:t>
            </a:r>
            <a:r>
              <a:rPr lang="en-IN" sz="2000" dirty="0"/>
              <a:t> can be added in the future.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An </a:t>
            </a:r>
            <a:r>
              <a:rPr lang="en-IN" sz="2000" dirty="0">
                <a:latin typeface="+mn-lt"/>
              </a:rPr>
              <a:t>Accounts</a:t>
            </a:r>
            <a:r>
              <a:rPr lang="en-IN" sz="2000" dirty="0"/>
              <a:t> table can store customer and account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 separate </a:t>
            </a:r>
            <a:r>
              <a:rPr lang="en-IN" sz="2000" dirty="0">
                <a:latin typeface="+mn-lt"/>
              </a:rPr>
              <a:t>Transactions</a:t>
            </a:r>
            <a:r>
              <a:rPr lang="en-IN" sz="2000" dirty="0"/>
              <a:t> table can store deposits and withdrawals.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4D3C2-C653-AA63-9226-7C2CFD83C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707" y="122939"/>
            <a:ext cx="5334000" cy="1200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90205A-12E7-B296-2B23-9EB429708A1C}"/>
              </a:ext>
            </a:extLst>
          </p:cNvPr>
          <p:cNvSpPr txBox="1"/>
          <p:nvPr/>
        </p:nvSpPr>
        <p:spPr>
          <a:xfrm>
            <a:off x="3414381" y="310337"/>
            <a:ext cx="6169542" cy="412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07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tabLst>
                <a:tab pos="344039" algn="l"/>
              </a:tabLst>
            </a:pPr>
            <a:r>
              <a:rPr lang="en-IN" sz="2118" b="1" dirty="0">
                <a:solidFill>
                  <a:srgbClr val="1F1F1F"/>
                </a:solidFill>
                <a:latin typeface="Times New Roman"/>
              </a:rPr>
              <a:t>  </a:t>
            </a:r>
            <a:r>
              <a:rPr lang="en-IN" sz="2118" b="1" dirty="0">
                <a:solidFill>
                  <a:schemeClr val="bg1"/>
                </a:solidFill>
                <a:latin typeface="Times New Roman"/>
              </a:rPr>
              <a:t>Database Design &amp; Data Storage</a:t>
            </a:r>
          </a:p>
        </p:txBody>
      </p:sp>
    </p:spTree>
    <p:extLst>
      <p:ext uri="{BB962C8B-B14F-4D97-AF65-F5344CB8AC3E}">
        <p14:creationId xmlns:p14="http://schemas.microsoft.com/office/powerpoint/2010/main" val="2472224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6BFBE6-3938-61EE-F7B3-DAA8CAA01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217" y="310559"/>
            <a:ext cx="4581525" cy="495300"/>
          </a:xfrm>
          <a:prstGeom prst="rect">
            <a:avLst/>
          </a:prstGeom>
        </p:spPr>
      </p:pic>
      <p:sp>
        <p:nvSpPr>
          <p:cNvPr id="12" name="Shape 4">
            <a:extLst>
              <a:ext uri="{FF2B5EF4-FFF2-40B4-BE49-F238E27FC236}">
                <a16:creationId xmlns:a16="http://schemas.microsoft.com/office/drawing/2014/main" id="{46C27514-4EC9-C7FA-ABE0-C3F60B878EFC}"/>
              </a:ext>
            </a:extLst>
          </p:cNvPr>
          <p:cNvSpPr/>
          <p:nvPr/>
        </p:nvSpPr>
        <p:spPr>
          <a:xfrm>
            <a:off x="3375660" y="9601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E1F35"/>
          </a:solidFill>
          <a:ln w="22225">
            <a:solidFill>
              <a:srgbClr val="0E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A794E87-2672-DBE0-A265-D20D5FF22F5F}"/>
              </a:ext>
            </a:extLst>
          </p:cNvPr>
          <p:cNvSpPr/>
          <p:nvPr/>
        </p:nvSpPr>
        <p:spPr>
          <a:xfrm>
            <a:off x="3448812" y="9601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22EE2BF2-6625-8B50-B91E-09548BE1236A}"/>
              </a:ext>
            </a:extLst>
          </p:cNvPr>
          <p:cNvSpPr/>
          <p:nvPr/>
        </p:nvSpPr>
        <p:spPr>
          <a:xfrm>
            <a:off x="4198620" y="1435608"/>
            <a:ext cx="0" cy="182880"/>
          </a:xfrm>
          <a:prstGeom prst="line">
            <a:avLst/>
          </a:prstGeom>
          <a:noFill/>
          <a:ln w="25400">
            <a:solidFill>
              <a:srgbClr val="5A6B7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D71527A7-ABD1-0EDC-CC7B-D591CC64F676}"/>
              </a:ext>
            </a:extLst>
          </p:cNvPr>
          <p:cNvSpPr/>
          <p:nvPr/>
        </p:nvSpPr>
        <p:spPr>
          <a:xfrm>
            <a:off x="2735580" y="164592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7AC30D54-A9F9-2C84-CCDA-BD0C5665E543}"/>
              </a:ext>
            </a:extLst>
          </p:cNvPr>
          <p:cNvSpPr/>
          <p:nvPr/>
        </p:nvSpPr>
        <p:spPr>
          <a:xfrm>
            <a:off x="2808732" y="164592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Menu</a:t>
            </a:r>
            <a:endParaRPr lang="en-US" sz="13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ED004F74-6B8D-21B0-4E9C-5ACA5A254F56}"/>
              </a:ext>
            </a:extLst>
          </p:cNvPr>
          <p:cNvSpPr/>
          <p:nvPr/>
        </p:nvSpPr>
        <p:spPr>
          <a:xfrm>
            <a:off x="4198620" y="2167128"/>
            <a:ext cx="0" cy="137160"/>
          </a:xfrm>
          <a:prstGeom prst="line">
            <a:avLst/>
          </a:prstGeom>
          <a:noFill/>
          <a:ln w="25400">
            <a:solidFill>
              <a:srgbClr val="5A6B7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3500A9BF-A814-3B36-A918-5E918AA25639}"/>
              </a:ext>
            </a:extLst>
          </p:cNvPr>
          <p:cNvSpPr/>
          <p:nvPr/>
        </p:nvSpPr>
        <p:spPr>
          <a:xfrm>
            <a:off x="2735580" y="2304288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9AB3558-17FF-7CDB-12AB-57B21061B382}"/>
              </a:ext>
            </a:extLst>
          </p:cNvPr>
          <p:cNvSpPr/>
          <p:nvPr/>
        </p:nvSpPr>
        <p:spPr>
          <a:xfrm>
            <a:off x="2808732" y="2304288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Operation</a:t>
            </a:r>
            <a:endParaRPr lang="en-US" sz="130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A43798E4-992C-0F6B-068A-193A94AB7738}"/>
              </a:ext>
            </a:extLst>
          </p:cNvPr>
          <p:cNvSpPr/>
          <p:nvPr/>
        </p:nvSpPr>
        <p:spPr>
          <a:xfrm>
            <a:off x="4198620" y="2825496"/>
            <a:ext cx="0" cy="137160"/>
          </a:xfrm>
          <a:prstGeom prst="line">
            <a:avLst/>
          </a:prstGeom>
          <a:noFill/>
          <a:ln w="25400">
            <a:solidFill>
              <a:srgbClr val="5A6B7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244565E5-4C47-7453-DA6F-21B22F3DA729}"/>
              </a:ext>
            </a:extLst>
          </p:cNvPr>
          <p:cNvSpPr/>
          <p:nvPr/>
        </p:nvSpPr>
        <p:spPr>
          <a:xfrm>
            <a:off x="2735580" y="2962656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60E46BEE-CE15-460C-900F-14734D5CB5CC}"/>
              </a:ext>
            </a:extLst>
          </p:cNvPr>
          <p:cNvSpPr/>
          <p:nvPr/>
        </p:nvSpPr>
        <p:spPr>
          <a:xfrm>
            <a:off x="2808732" y="2962656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130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9F483DFB-789F-7FE9-470C-5B2FFC8B9D15}"/>
              </a:ext>
            </a:extLst>
          </p:cNvPr>
          <p:cNvSpPr/>
          <p:nvPr/>
        </p:nvSpPr>
        <p:spPr>
          <a:xfrm>
            <a:off x="4198620" y="3483864"/>
            <a:ext cx="0" cy="137160"/>
          </a:xfrm>
          <a:prstGeom prst="line">
            <a:avLst/>
          </a:prstGeom>
          <a:noFill/>
          <a:ln w="25400">
            <a:solidFill>
              <a:srgbClr val="5A6B7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FA614CDA-D21B-7181-B1E0-D840F959FD31}"/>
              </a:ext>
            </a:extLst>
          </p:cNvPr>
          <p:cNvSpPr/>
          <p:nvPr/>
        </p:nvSpPr>
        <p:spPr>
          <a:xfrm>
            <a:off x="2735580" y="3621024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E07B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35E2FFBB-CC87-27DF-FEAA-76539DFC55C2}"/>
              </a:ext>
            </a:extLst>
          </p:cNvPr>
          <p:cNvSpPr/>
          <p:nvPr/>
        </p:nvSpPr>
        <p:spPr>
          <a:xfrm>
            <a:off x="2808732" y="3621024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E0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Operation</a:t>
            </a:r>
            <a:endParaRPr lang="en-US" sz="13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809FCA89-1C7D-9512-5AF0-F3D09D76BE14}"/>
              </a:ext>
            </a:extLst>
          </p:cNvPr>
          <p:cNvSpPr/>
          <p:nvPr/>
        </p:nvSpPr>
        <p:spPr>
          <a:xfrm>
            <a:off x="4198620" y="4142232"/>
            <a:ext cx="0" cy="137160"/>
          </a:xfrm>
          <a:prstGeom prst="line">
            <a:avLst/>
          </a:prstGeom>
          <a:noFill/>
          <a:ln w="25400">
            <a:solidFill>
              <a:srgbClr val="5A6B7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21DF9180-5BCB-1285-97D1-D680CA7D40FD}"/>
              </a:ext>
            </a:extLst>
          </p:cNvPr>
          <p:cNvSpPr/>
          <p:nvPr/>
        </p:nvSpPr>
        <p:spPr>
          <a:xfrm>
            <a:off x="2735580" y="4279392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F6124D8C-C219-DB3D-EAFF-41E6C86F7240}"/>
              </a:ext>
            </a:extLst>
          </p:cNvPr>
          <p:cNvSpPr/>
          <p:nvPr/>
        </p:nvSpPr>
        <p:spPr>
          <a:xfrm>
            <a:off x="2808732" y="4279392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3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596175F1-B1A2-3A99-9E0F-028611B32CB9}"/>
              </a:ext>
            </a:extLst>
          </p:cNvPr>
          <p:cNvSpPr/>
          <p:nvPr/>
        </p:nvSpPr>
        <p:spPr>
          <a:xfrm>
            <a:off x="4198620" y="4800600"/>
            <a:ext cx="0" cy="137160"/>
          </a:xfrm>
          <a:prstGeom prst="line">
            <a:avLst/>
          </a:prstGeom>
          <a:noFill/>
          <a:ln w="25400">
            <a:solidFill>
              <a:srgbClr val="5A6B7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242CB528-A8D0-44B6-4163-0B604A4529AE}"/>
              </a:ext>
            </a:extLst>
          </p:cNvPr>
          <p:cNvSpPr/>
          <p:nvPr/>
        </p:nvSpPr>
        <p:spPr>
          <a:xfrm>
            <a:off x="685038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20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69176B7-93A3-F9AA-1971-922A2B1D39D0}"/>
              </a:ext>
            </a:extLst>
          </p:cNvPr>
          <p:cNvSpPr/>
          <p:nvPr/>
        </p:nvSpPr>
        <p:spPr>
          <a:xfrm>
            <a:off x="6850380" y="1371600"/>
            <a:ext cx="28346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222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386B8D89-CA49-5E14-F362-D01D37863C15}"/>
              </a:ext>
            </a:extLst>
          </p:cNvPr>
          <p:cNvSpPr/>
          <p:nvPr/>
        </p:nvSpPr>
        <p:spPr>
          <a:xfrm>
            <a:off x="6923532" y="1371600"/>
            <a:ext cx="2688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</a:t>
            </a:r>
            <a:endParaRPr lang="en-US" sz="1250" dirty="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BE7A5368-F51C-1AB8-0E5D-62F046E7366B}"/>
              </a:ext>
            </a:extLst>
          </p:cNvPr>
          <p:cNvSpPr/>
          <p:nvPr/>
        </p:nvSpPr>
        <p:spPr>
          <a:xfrm>
            <a:off x="6850380" y="1975104"/>
            <a:ext cx="28346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22225">
            <a:solidFill>
              <a:srgbClr val="E07B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1425143B-FC48-CE87-7059-74EDF1EE4AE5}"/>
              </a:ext>
            </a:extLst>
          </p:cNvPr>
          <p:cNvSpPr/>
          <p:nvPr/>
        </p:nvSpPr>
        <p:spPr>
          <a:xfrm>
            <a:off x="6923532" y="1975104"/>
            <a:ext cx="2688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50" b="1" dirty="0">
                <a:solidFill>
                  <a:srgbClr val="E0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250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52B40744-8C97-C297-F2D8-85F45D514FE0}"/>
              </a:ext>
            </a:extLst>
          </p:cNvPr>
          <p:cNvSpPr/>
          <p:nvPr/>
        </p:nvSpPr>
        <p:spPr>
          <a:xfrm>
            <a:off x="6850380" y="2578608"/>
            <a:ext cx="28346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358777D8-B551-50EE-50E3-6BC801F09348}"/>
              </a:ext>
            </a:extLst>
          </p:cNvPr>
          <p:cNvSpPr/>
          <p:nvPr/>
        </p:nvSpPr>
        <p:spPr>
          <a:xfrm>
            <a:off x="6923532" y="2578608"/>
            <a:ext cx="2688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</a:t>
            </a:r>
            <a:endParaRPr lang="en-US" sz="1250" dirty="0"/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8B2FA5EF-FCDE-6E29-6F54-2D1AEC4B265B}"/>
              </a:ext>
            </a:extLst>
          </p:cNvPr>
          <p:cNvSpPr/>
          <p:nvPr/>
        </p:nvSpPr>
        <p:spPr>
          <a:xfrm>
            <a:off x="6850380" y="3182112"/>
            <a:ext cx="28346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222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F162B508-E489-8154-28EC-D031E450EB59}"/>
              </a:ext>
            </a:extLst>
          </p:cNvPr>
          <p:cNvSpPr/>
          <p:nvPr/>
        </p:nvSpPr>
        <p:spPr>
          <a:xfrm>
            <a:off x="6923532" y="3182112"/>
            <a:ext cx="2688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Enquiry</a:t>
            </a:r>
            <a:endParaRPr lang="en-US" sz="1250" dirty="0"/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CB3B6106-7BC9-7E1C-2BB3-28720470E4D5}"/>
              </a:ext>
            </a:extLst>
          </p:cNvPr>
          <p:cNvSpPr/>
          <p:nvPr/>
        </p:nvSpPr>
        <p:spPr>
          <a:xfrm>
            <a:off x="6850380" y="3785616"/>
            <a:ext cx="28346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222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8A2CF9E9-22D1-03A9-19FA-2E39CCBA09E7}"/>
              </a:ext>
            </a:extLst>
          </p:cNvPr>
          <p:cNvSpPr/>
          <p:nvPr/>
        </p:nvSpPr>
        <p:spPr>
          <a:xfrm>
            <a:off x="6923532" y="3785616"/>
            <a:ext cx="2688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Details</a:t>
            </a:r>
            <a:endParaRPr lang="en-US" sz="1250" dirty="0"/>
          </a:p>
        </p:txBody>
      </p:sp>
      <p:sp>
        <p:nvSpPr>
          <p:cNvPr id="41" name="Shape 33">
            <a:extLst>
              <a:ext uri="{FF2B5EF4-FFF2-40B4-BE49-F238E27FC236}">
                <a16:creationId xmlns:a16="http://schemas.microsoft.com/office/drawing/2014/main" id="{E1F7BC67-869D-0251-D90A-364127E64C0E}"/>
              </a:ext>
            </a:extLst>
          </p:cNvPr>
          <p:cNvSpPr/>
          <p:nvPr/>
        </p:nvSpPr>
        <p:spPr>
          <a:xfrm>
            <a:off x="5707380" y="2551176"/>
            <a:ext cx="1143000" cy="0"/>
          </a:xfrm>
          <a:prstGeom prst="line">
            <a:avLst/>
          </a:prstGeom>
          <a:noFill/>
          <a:ln w="25400">
            <a:solidFill>
              <a:srgbClr val="5A6B7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3833F769-C6B8-AF9D-C6A4-C1BDED70848E}"/>
              </a:ext>
            </a:extLst>
          </p:cNvPr>
          <p:cNvSpPr/>
          <p:nvPr/>
        </p:nvSpPr>
        <p:spPr>
          <a:xfrm>
            <a:off x="2461260" y="4937760"/>
            <a:ext cx="3474720" cy="96012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6A3E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23E342E1-D419-6957-DA5A-DE8131DAB5EA}"/>
              </a:ext>
            </a:extLst>
          </p:cNvPr>
          <p:cNvSpPr/>
          <p:nvPr/>
        </p:nvSpPr>
        <p:spPr>
          <a:xfrm>
            <a:off x="2827020" y="49377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6A3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Menu?</a:t>
            </a:r>
            <a:endParaRPr lang="en-US" sz="1300" dirty="0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A2BB30EC-82E4-CA28-94D5-8FF0E118EDBE}"/>
              </a:ext>
            </a:extLst>
          </p:cNvPr>
          <p:cNvSpPr/>
          <p:nvPr/>
        </p:nvSpPr>
        <p:spPr>
          <a:xfrm>
            <a:off x="5981700" y="51023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</a:t>
            </a:r>
            <a:endParaRPr lang="en-US" sz="1100" dirty="0"/>
          </a:p>
        </p:txBody>
      </p:sp>
      <p:sp>
        <p:nvSpPr>
          <p:cNvPr id="45" name="Shape 37">
            <a:extLst>
              <a:ext uri="{FF2B5EF4-FFF2-40B4-BE49-F238E27FC236}">
                <a16:creationId xmlns:a16="http://schemas.microsoft.com/office/drawing/2014/main" id="{37DD8EBB-5064-9ECB-061D-9947E56EC907}"/>
              </a:ext>
            </a:extLst>
          </p:cNvPr>
          <p:cNvSpPr/>
          <p:nvPr/>
        </p:nvSpPr>
        <p:spPr>
          <a:xfrm>
            <a:off x="5935980" y="5417820"/>
            <a:ext cx="1005840" cy="0"/>
          </a:xfrm>
          <a:prstGeom prst="line">
            <a:avLst/>
          </a:prstGeom>
          <a:noFill/>
          <a:ln w="25400">
            <a:solidFill>
              <a:srgbClr val="5A6B7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8">
            <a:extLst>
              <a:ext uri="{FF2B5EF4-FFF2-40B4-BE49-F238E27FC236}">
                <a16:creationId xmlns:a16="http://schemas.microsoft.com/office/drawing/2014/main" id="{7EEFFB78-218B-7681-5F21-5897D3EE7C62}"/>
              </a:ext>
            </a:extLst>
          </p:cNvPr>
          <p:cNvSpPr/>
          <p:nvPr/>
        </p:nvSpPr>
        <p:spPr>
          <a:xfrm>
            <a:off x="7033260" y="51892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E1F35"/>
          </a:solidFill>
          <a:ln w="22225">
            <a:solidFill>
              <a:srgbClr val="0E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36A3147D-B731-58A0-5315-9C45FDE436BD}"/>
              </a:ext>
            </a:extLst>
          </p:cNvPr>
          <p:cNvSpPr/>
          <p:nvPr/>
        </p:nvSpPr>
        <p:spPr>
          <a:xfrm>
            <a:off x="7106412" y="51892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300" dirty="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409448D9-A2EA-148E-446B-64611CA83010}"/>
              </a:ext>
            </a:extLst>
          </p:cNvPr>
          <p:cNvSpPr/>
          <p:nvPr/>
        </p:nvSpPr>
        <p:spPr>
          <a:xfrm>
            <a:off x="2761984" y="50520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</a:t>
            </a:r>
            <a:endParaRPr lang="en-US" sz="1100" dirty="0"/>
          </a:p>
        </p:txBody>
      </p:sp>
      <p:sp>
        <p:nvSpPr>
          <p:cNvPr id="49" name="Shape 41">
            <a:extLst>
              <a:ext uri="{FF2B5EF4-FFF2-40B4-BE49-F238E27FC236}">
                <a16:creationId xmlns:a16="http://schemas.microsoft.com/office/drawing/2014/main" id="{75F39807-F288-11C7-85A8-780396AC41EA}"/>
              </a:ext>
            </a:extLst>
          </p:cNvPr>
          <p:cNvSpPr/>
          <p:nvPr/>
        </p:nvSpPr>
        <p:spPr>
          <a:xfrm>
            <a:off x="2461260" y="5417820"/>
            <a:ext cx="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2">
            <a:extLst>
              <a:ext uri="{FF2B5EF4-FFF2-40B4-BE49-F238E27FC236}">
                <a16:creationId xmlns:a16="http://schemas.microsoft.com/office/drawing/2014/main" id="{68F783AC-5968-8DB3-879A-89E3005C7ED8}"/>
              </a:ext>
            </a:extLst>
          </p:cNvPr>
          <p:cNvSpPr/>
          <p:nvPr/>
        </p:nvSpPr>
        <p:spPr>
          <a:xfrm>
            <a:off x="2186940" y="5417820"/>
            <a:ext cx="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3">
            <a:extLst>
              <a:ext uri="{FF2B5EF4-FFF2-40B4-BE49-F238E27FC236}">
                <a16:creationId xmlns:a16="http://schemas.microsoft.com/office/drawing/2014/main" id="{F765F29A-885B-3891-912A-F691AEE0EB77}"/>
              </a:ext>
            </a:extLst>
          </p:cNvPr>
          <p:cNvSpPr/>
          <p:nvPr/>
        </p:nvSpPr>
        <p:spPr>
          <a:xfrm>
            <a:off x="2186940" y="1892808"/>
            <a:ext cx="50292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291579-2CF2-B4AB-CD51-2D3274F0E683}"/>
              </a:ext>
            </a:extLst>
          </p:cNvPr>
          <p:cNvSpPr txBox="1"/>
          <p:nvPr/>
        </p:nvSpPr>
        <p:spPr>
          <a:xfrm>
            <a:off x="4388624" y="309101"/>
            <a:ext cx="6095114" cy="412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07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tabLst>
                <a:tab pos="344039" algn="l"/>
              </a:tabLst>
            </a:pPr>
            <a:r>
              <a:rPr lang="en-IN" sz="2118" b="1" dirty="0">
                <a:solidFill>
                  <a:schemeClr val="bg1"/>
                </a:solidFill>
                <a:latin typeface="Times New Roman"/>
              </a:rPr>
              <a:t>       System Design</a:t>
            </a:r>
          </a:p>
        </p:txBody>
      </p:sp>
    </p:spTree>
    <p:extLst>
      <p:ext uri="{BB962C8B-B14F-4D97-AF65-F5344CB8AC3E}">
        <p14:creationId xmlns:p14="http://schemas.microsoft.com/office/powerpoint/2010/main" val="1434604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6EA79A-121F-77A5-4B31-59A56FE8C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200" y="230815"/>
            <a:ext cx="4581525" cy="4953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D64EA1-0A6D-AEC2-3BDA-90F7A2355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961889"/>
              </p:ext>
            </p:extLst>
          </p:nvPr>
        </p:nvGraphicFramePr>
        <p:xfrm>
          <a:off x="923260" y="1375853"/>
          <a:ext cx="10515600" cy="38279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89252">
                  <a:extLst>
                    <a:ext uri="{9D8B030D-6E8A-4147-A177-3AD203B41FA5}">
                      <a16:colId xmlns:a16="http://schemas.microsoft.com/office/drawing/2014/main" val="2701366833"/>
                    </a:ext>
                  </a:extLst>
                </a:gridCol>
                <a:gridCol w="3521148">
                  <a:extLst>
                    <a:ext uri="{9D8B030D-6E8A-4147-A177-3AD203B41FA5}">
                      <a16:colId xmlns:a16="http://schemas.microsoft.com/office/drawing/2014/main" val="8520557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42294521"/>
                    </a:ext>
                  </a:extLst>
                </a:gridCol>
              </a:tblGrid>
              <a:tr h="81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OOP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Implementation in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436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BankAccount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Defines account data and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45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BankAccount account;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Represents a bank account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14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Encapsulation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private data members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Protects account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2069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Abstraction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createAccount(), deposit(), withdraw()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Hides internal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177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Members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accountNumber, holderName, 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 account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67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Member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deposit(), withdraw(), currentBalance()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Perform banking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3673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F4383E9-56E0-98FB-B73A-D6557B9D021D}"/>
              </a:ext>
            </a:extLst>
          </p:cNvPr>
          <p:cNvSpPr txBox="1"/>
          <p:nvPr/>
        </p:nvSpPr>
        <p:spPr>
          <a:xfrm>
            <a:off x="4589278" y="230815"/>
            <a:ext cx="6095114" cy="412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07">
              <a:lnSpc>
                <a:spcPct val="105000"/>
              </a:lnSpc>
              <a:spcBef>
                <a:spcPts val="115"/>
              </a:spcBef>
              <a:spcAft>
                <a:spcPts val="265"/>
              </a:spcAft>
              <a:tabLst>
                <a:tab pos="344039" algn="l"/>
              </a:tabLst>
            </a:pPr>
            <a:r>
              <a:rPr lang="en-IN" sz="2118" b="1" dirty="0">
                <a:solidFill>
                  <a:schemeClr val="bg1"/>
                </a:solidFill>
                <a:latin typeface="Times New Roman"/>
              </a:rPr>
              <a:t>OOP Concepts</a:t>
            </a:r>
          </a:p>
        </p:txBody>
      </p:sp>
    </p:spTree>
    <p:extLst>
      <p:ext uri="{BB962C8B-B14F-4D97-AF65-F5344CB8AC3E}">
        <p14:creationId xmlns:p14="http://schemas.microsoft.com/office/powerpoint/2010/main" val="3658188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0DF3FE-0D8C-0016-68FE-CE2CE15095E1}"/>
              </a:ext>
            </a:extLst>
          </p:cNvPr>
          <p:cNvSpPr txBox="1"/>
          <p:nvPr/>
        </p:nvSpPr>
        <p:spPr>
          <a:xfrm>
            <a:off x="1111102" y="1720840"/>
            <a:ext cx="9122735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</a:t>
            </a:r>
            <a:r>
              <a:rPr lang="en-IN" sz="2000" b="1" dirty="0"/>
              <a:t>Bank Account System</a:t>
            </a:r>
            <a:r>
              <a:rPr lang="en-IN" sz="2000" dirty="0"/>
              <a:t> provides a simple and efficient way to manage basic banking operations.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It supports </a:t>
            </a:r>
            <a:r>
              <a:rPr lang="en-IN" sz="2000" b="1" dirty="0"/>
              <a:t>account creation, deposit, withdrawal, and balance enquiry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project demonstrates important </a:t>
            </a:r>
            <a:r>
              <a:rPr lang="en-IN" sz="2000" b="1" dirty="0"/>
              <a:t>C++ and OOP concepts</a:t>
            </a:r>
            <a:r>
              <a:rPr lang="en-IN" sz="2000" dirty="0"/>
              <a:t> such as classes, objects, and encapsulation.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Input validation and automatic balance updates help improve </a:t>
            </a:r>
            <a:r>
              <a:rPr lang="en-IN" sz="2000" b="1" dirty="0"/>
              <a:t>accuracy and reliability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system can be enhanced in the future with </a:t>
            </a:r>
            <a:r>
              <a:rPr lang="en-IN" sz="2000" b="1" dirty="0"/>
              <a:t>database connectivity, authentication, transaction history, and a GUI/web interface</a:t>
            </a:r>
            <a:r>
              <a:rPr lang="en-IN" sz="20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936C0-3BA9-089F-F84A-1D310E98B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07" y="411569"/>
            <a:ext cx="4581525" cy="495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A664D1-5362-CDB3-5752-A5DE1EA955B7}"/>
              </a:ext>
            </a:extLst>
          </p:cNvPr>
          <p:cNvSpPr txBox="1"/>
          <p:nvPr/>
        </p:nvSpPr>
        <p:spPr>
          <a:xfrm>
            <a:off x="4642440" y="411569"/>
            <a:ext cx="6095114" cy="41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18" b="1" dirty="0">
                <a:solidFill>
                  <a:schemeClr val="bg1"/>
                </a:solidFill>
                <a:latin typeface="Times New Roman"/>
              </a:rPr>
              <a:t>Conclusion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255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2E6C-ED52-7AF9-430E-DADA6BBA1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255" y="2648231"/>
            <a:ext cx="10515600" cy="1325563"/>
          </a:xfrm>
        </p:spPr>
        <p:txBody>
          <a:bodyPr>
            <a:normAutofit/>
          </a:bodyPr>
          <a:lstStyle/>
          <a:p>
            <a:r>
              <a:rPr lang="en-IN" sz="4500" dirty="0">
                <a:solidFill>
                  <a:schemeClr val="accent2">
                    <a:lumMod val="75000"/>
                  </a:schemeClr>
                </a:solidFill>
                <a:latin typeface="Elephant" panose="02020904090505020303" pitchFamily="18" charset="0"/>
              </a:rPr>
              <a:t>THANK YOU 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1ABCE953-4EB8-FF69-13EF-0FC0217807B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6752" y="245037"/>
            <a:ext cx="4610910" cy="62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69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787</Words>
  <Application>Microsoft Office PowerPoint</Application>
  <PresentationFormat>Widescreen</PresentationFormat>
  <Paragraphs>177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Elephant</vt:lpstr>
      <vt:lpstr>Montserrat</vt:lpstr>
      <vt:lpstr>Times New Roman</vt:lpstr>
      <vt:lpstr>Wingdings</vt:lpstr>
      <vt:lpstr>Office Theme</vt:lpstr>
      <vt:lpstr>Bank Account System Object-Oriented Programming using C++  REVIEW -2</vt:lpstr>
      <vt:lpstr>PowerPoint Presentation</vt:lpstr>
      <vt:lpstr>PowerPoint Presentation</vt:lpstr>
      <vt:lpstr>PROJECT INTRODUCTION </vt:lpstr>
      <vt:lpstr>PowerPoint Presentation</vt:lpstr>
      <vt:lpstr>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vemuri praveen</dc:creator>
  <cp:lastModifiedBy>Chodagiri Lakshmi narasimha</cp:lastModifiedBy>
  <cp:revision>1</cp:revision>
  <dcterms:created xsi:type="dcterms:W3CDTF">2026-08-11T17:11:40Z</dcterms:created>
  <dcterms:modified xsi:type="dcterms:W3CDTF">2026-10-08T04:48:20Z</dcterms:modified>
</cp:coreProperties>
</file>